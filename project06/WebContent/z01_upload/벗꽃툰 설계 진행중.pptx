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5" r:id="rId4"/>
    <p:sldId id="259" r:id="rId5"/>
    <p:sldId id="264" r:id="rId6"/>
    <p:sldId id="260" r:id="rId7"/>
    <p:sldId id="261" r:id="rId8"/>
    <p:sldId id="258" r:id="rId9"/>
    <p:sldId id="267" r:id="rId10"/>
    <p:sldId id="268" r:id="rId11"/>
    <p:sldId id="279" r:id="rId12"/>
    <p:sldId id="270" r:id="rId13"/>
    <p:sldId id="275" r:id="rId14"/>
    <p:sldId id="276" r:id="rId15"/>
    <p:sldId id="277" r:id="rId16"/>
    <p:sldId id="278" r:id="rId17"/>
    <p:sldId id="274" r:id="rId18"/>
    <p:sldId id="271" r:id="rId19"/>
    <p:sldId id="272" r:id="rId20"/>
    <p:sldId id="273" r:id="rId21"/>
    <p:sldId id="262" r:id="rId22"/>
    <p:sldId id="263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42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F219E-6F07-4258-8CAB-5803D83F1E1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7428F-E6B7-42D8-95F4-48AEC2685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590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E7428F-E6B7-42D8-95F4-48AEC26855D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660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E7428F-E6B7-42D8-95F4-48AEC26855D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660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E7428F-E6B7-42D8-95F4-48AEC26855D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660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E7428F-E6B7-42D8-95F4-48AEC26855D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66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E7428F-E6B7-42D8-95F4-48AEC26855D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660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E7428F-E6B7-42D8-95F4-48AEC26855D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660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80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46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5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246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8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451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18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9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7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19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49710-532A-4A7B-81E0-B5D89FDDE3AB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F246F-E169-44EF-A728-57F1AB3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15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프로젝트 제목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부제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조원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6535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39752" y="3140968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/>
              <a:t>목차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534862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9752" y="3140968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/>
              <a:t>개요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44096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39752" y="3140968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/>
              <a:t>요구사항 정의서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490599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39752" y="3140968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/>
              <a:t>흐름도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24028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39752" y="3140968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/>
              <a:t>ERD</a:t>
            </a:r>
            <a:r>
              <a:rPr lang="ko-KR" altLang="en-US" sz="4000" dirty="0" smtClean="0"/>
              <a:t>설계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2157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39752" y="3140968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/>
              <a:t>Index </a:t>
            </a:r>
            <a:r>
              <a:rPr lang="ko-KR" altLang="en-US" sz="4000" dirty="0" smtClean="0"/>
              <a:t>화면설계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5366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연재 </a:t>
            </a:r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목록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014733" y="764704"/>
            <a:ext cx="7128793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상단메뉴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26801" y="1916832"/>
            <a:ext cx="59046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월</a:t>
            </a:r>
            <a:r>
              <a:rPr lang="en-US" altLang="ko-KR" sz="1300" dirty="0" smtClean="0"/>
              <a:t>	</a:t>
            </a:r>
            <a:r>
              <a:rPr lang="ko-KR" altLang="en-US" sz="1300" dirty="0" smtClean="0"/>
              <a:t>화</a:t>
            </a:r>
            <a:r>
              <a:rPr lang="en-US" altLang="ko-KR" sz="1300" dirty="0" smtClean="0"/>
              <a:t>	</a:t>
            </a:r>
            <a:r>
              <a:rPr lang="ko-KR" altLang="en-US" sz="1300" dirty="0" smtClean="0"/>
              <a:t>수</a:t>
            </a:r>
            <a:r>
              <a:rPr lang="en-US" altLang="ko-KR" sz="1300" dirty="0" smtClean="0"/>
              <a:t>	</a:t>
            </a:r>
            <a:r>
              <a:rPr lang="ko-KR" altLang="en-US" sz="1300" dirty="0" smtClean="0"/>
              <a:t>목</a:t>
            </a:r>
            <a:r>
              <a:rPr lang="en-US" altLang="ko-KR" sz="1300" dirty="0" smtClean="0"/>
              <a:t>	</a:t>
            </a:r>
            <a:r>
              <a:rPr lang="ko-KR" altLang="en-US" sz="1300" dirty="0" smtClean="0"/>
              <a:t>금</a:t>
            </a:r>
            <a:r>
              <a:rPr lang="en-US" altLang="ko-KR" sz="1300" dirty="0" smtClean="0"/>
              <a:t>	</a:t>
            </a:r>
            <a:r>
              <a:rPr lang="ko-KR" altLang="en-US" sz="1300" dirty="0" smtClean="0"/>
              <a:t>토</a:t>
            </a:r>
            <a:r>
              <a:rPr lang="en-US" altLang="ko-KR" sz="1300" dirty="0" smtClean="0"/>
              <a:t>	</a:t>
            </a:r>
            <a:r>
              <a:rPr lang="ko-KR" altLang="en-US" sz="1300" dirty="0" smtClean="0"/>
              <a:t>일</a:t>
            </a:r>
            <a:endParaRPr lang="ko-KR" altLang="en-US" sz="1300" dirty="0"/>
          </a:p>
        </p:txBody>
      </p:sp>
      <p:sp>
        <p:nvSpPr>
          <p:cNvPr id="8" name="직사각형 7"/>
          <p:cNvSpPr/>
          <p:nvPr/>
        </p:nvSpPr>
        <p:spPr>
          <a:xfrm>
            <a:off x="1506829" y="2564904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63013" y="2564904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819197" y="2564904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403373" y="2564904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6829" y="371703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3163013" y="371703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4819197" y="371703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6403373" y="371703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1506829" y="393521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3163013" y="393521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819197" y="393521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6403373" y="393521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1506829" y="2564904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170103" y="2564904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4819926" y="2564904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1506829" y="4434956"/>
            <a:ext cx="6264696" cy="722237"/>
            <a:chOff x="1506829" y="4434956"/>
            <a:chExt cx="6264696" cy="722237"/>
          </a:xfrm>
        </p:grpSpPr>
        <p:sp>
          <p:nvSpPr>
            <p:cNvPr id="28" name="직사각형 27"/>
            <p:cNvSpPr/>
            <p:nvPr/>
          </p:nvSpPr>
          <p:spPr>
            <a:xfrm>
              <a:off x="1506829" y="4434956"/>
              <a:ext cx="1368152" cy="7222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dirty="0" smtClean="0">
                  <a:solidFill>
                    <a:schemeClr val="tx1"/>
                  </a:solidFill>
                </a:rPr>
                <a:t>대표이미지</a:t>
              </a:r>
              <a:endParaRPr lang="ko-KR" altLang="en-US" sz="13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3163013" y="4434956"/>
              <a:ext cx="1368152" cy="7222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dirty="0" smtClean="0">
                  <a:solidFill>
                    <a:schemeClr val="tx1"/>
                  </a:solidFill>
                </a:rPr>
                <a:t>대표이미지</a:t>
              </a:r>
              <a:endParaRPr lang="ko-KR" altLang="en-US" sz="13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819197" y="4434956"/>
              <a:ext cx="1368152" cy="7222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dirty="0" smtClean="0">
                  <a:solidFill>
                    <a:schemeClr val="tx1"/>
                  </a:solidFill>
                </a:rPr>
                <a:t>대표이미지</a:t>
              </a:r>
              <a:endParaRPr lang="ko-KR" altLang="en-US" sz="13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6403373" y="4434956"/>
              <a:ext cx="1368152" cy="7222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dirty="0" smtClean="0">
                  <a:solidFill>
                    <a:schemeClr val="tx1"/>
                  </a:solidFill>
                </a:rPr>
                <a:t>대표이미지</a:t>
              </a:r>
              <a:endParaRPr lang="ko-KR" altLang="en-US" sz="13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506829" y="4434956"/>
              <a:ext cx="1368152" cy="7222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170103" y="4434956"/>
              <a:ext cx="1368152" cy="7222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4819926" y="4434957"/>
              <a:ext cx="1368152" cy="7222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6403373" y="4434956"/>
              <a:ext cx="1368152" cy="7222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6403373" y="2564904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1014732" y="5157192"/>
            <a:ext cx="356439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smtClean="0"/>
              <a:t>해당 요일을 눌렀을 때</a:t>
            </a:r>
            <a:r>
              <a:rPr lang="en-US" altLang="ko-KR" sz="1300" dirty="0" smtClean="0"/>
              <a:t>,</a:t>
            </a:r>
          </a:p>
          <a:p>
            <a:r>
              <a:rPr lang="ko-KR" altLang="en-US" sz="1300" dirty="0" smtClean="0"/>
              <a:t>해당 </a:t>
            </a:r>
            <a:r>
              <a:rPr lang="ko-KR" altLang="en-US" sz="1300" dirty="0" err="1" smtClean="0"/>
              <a:t>웹툰</a:t>
            </a:r>
            <a:r>
              <a:rPr lang="ko-KR" altLang="en-US" sz="1300" dirty="0" smtClean="0"/>
              <a:t> 목록이 리스트</a:t>
            </a:r>
            <a:endParaRPr lang="en-US" altLang="ko-KR" sz="1300" dirty="0" smtClean="0"/>
          </a:p>
          <a:p>
            <a:endParaRPr lang="en-US" altLang="ko-KR" sz="1300" dirty="0"/>
          </a:p>
          <a:p>
            <a:endParaRPr lang="en-US" altLang="ko-KR" sz="1300" dirty="0" smtClean="0"/>
          </a:p>
        </p:txBody>
      </p:sp>
      <p:sp>
        <p:nvSpPr>
          <p:cNvPr id="45" name="TextBox 44"/>
          <p:cNvSpPr txBox="1"/>
          <p:nvPr/>
        </p:nvSpPr>
        <p:spPr>
          <a:xfrm>
            <a:off x="4587493" y="5157192"/>
            <a:ext cx="355603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웹툰테이블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select</a:t>
            </a:r>
          </a:p>
          <a:p>
            <a:endParaRPr lang="en-US" altLang="ko-KR" sz="1300" dirty="0"/>
          </a:p>
          <a:p>
            <a:r>
              <a:rPr lang="ko-KR" altLang="en-US" sz="1300" dirty="0" smtClean="0"/>
              <a:t>대표이미지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이미지</a:t>
            </a:r>
            <a:r>
              <a:rPr lang="en-US" altLang="ko-KR" sz="1300" dirty="0" smtClean="0"/>
              <a:t>), </a:t>
            </a:r>
            <a:r>
              <a:rPr lang="ko-KR" altLang="en-US" sz="1300" dirty="0" smtClean="0"/>
              <a:t>제목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작가명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연재요일</a:t>
            </a:r>
            <a:endParaRPr lang="en-US" altLang="ko-KR" sz="1300" dirty="0" smtClean="0"/>
          </a:p>
          <a:p>
            <a:endParaRPr lang="en-US" altLang="ko-KR" sz="1300" dirty="0" smtClean="0"/>
          </a:p>
        </p:txBody>
      </p:sp>
      <p:sp>
        <p:nvSpPr>
          <p:cNvPr id="22" name="타원 21"/>
          <p:cNvSpPr/>
          <p:nvPr/>
        </p:nvSpPr>
        <p:spPr>
          <a:xfrm>
            <a:off x="1682018" y="1916832"/>
            <a:ext cx="292388" cy="2923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94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베스트 </a:t>
            </a:r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목록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4732" y="5157192"/>
            <a:ext cx="356439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smtClean="0"/>
              <a:t>해당 요일을 눌렀을 때</a:t>
            </a:r>
            <a:r>
              <a:rPr lang="en-US" altLang="ko-KR" sz="1300" dirty="0" smtClean="0"/>
              <a:t>,</a:t>
            </a:r>
          </a:p>
          <a:p>
            <a:r>
              <a:rPr lang="ko-KR" altLang="en-US" sz="1300" dirty="0" smtClean="0"/>
              <a:t>해당 </a:t>
            </a:r>
            <a:r>
              <a:rPr lang="ko-KR" altLang="en-US" sz="1300" dirty="0" err="1" smtClean="0"/>
              <a:t>웹툰</a:t>
            </a:r>
            <a:r>
              <a:rPr lang="ko-KR" altLang="en-US" sz="1300" dirty="0" smtClean="0"/>
              <a:t> 목록이 리스트</a:t>
            </a:r>
            <a:endParaRPr lang="en-US" altLang="ko-KR" sz="1300" dirty="0" smtClean="0"/>
          </a:p>
          <a:p>
            <a:endParaRPr lang="en-US" altLang="ko-KR" sz="1300" dirty="0"/>
          </a:p>
          <a:p>
            <a:endParaRPr lang="en-US" altLang="ko-KR" sz="1300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4587493" y="5157192"/>
            <a:ext cx="355603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웹툰테이블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select</a:t>
            </a:r>
          </a:p>
          <a:p>
            <a:endParaRPr lang="en-US" altLang="ko-KR" sz="1300" dirty="0"/>
          </a:p>
          <a:p>
            <a:r>
              <a:rPr lang="ko-KR" altLang="en-US" sz="1300" dirty="0" smtClean="0"/>
              <a:t>대표이미지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이미지</a:t>
            </a:r>
            <a:r>
              <a:rPr lang="en-US" altLang="ko-KR" sz="1300" dirty="0" smtClean="0"/>
              <a:t>), </a:t>
            </a:r>
            <a:r>
              <a:rPr lang="ko-KR" altLang="en-US" sz="1300" dirty="0" smtClean="0"/>
              <a:t>제목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작가명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연재요일</a:t>
            </a:r>
            <a:endParaRPr lang="en-US" altLang="ko-KR" sz="1300" dirty="0" smtClean="0"/>
          </a:p>
          <a:p>
            <a:endParaRPr lang="en-US" altLang="ko-KR" sz="1300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014733" y="764704"/>
            <a:ext cx="7128793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상단메뉴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87624" y="1938321"/>
            <a:ext cx="1469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BEST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웹툰</a:t>
            </a:r>
            <a:endParaRPr lang="ko-KR" altLang="en-US" b="1" dirty="0"/>
          </a:p>
        </p:txBody>
      </p:sp>
      <p:sp>
        <p:nvSpPr>
          <p:cNvPr id="3" name="직사각형 2"/>
          <p:cNvSpPr/>
          <p:nvPr/>
        </p:nvSpPr>
        <p:spPr>
          <a:xfrm>
            <a:off x="1259632" y="2420888"/>
            <a:ext cx="6624736" cy="2160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331640" y="2852936"/>
            <a:ext cx="1663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/>
              <a:t>벗꽃툰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Today Best </a:t>
            </a:r>
          </a:p>
          <a:p>
            <a:pPr algn="ctr"/>
            <a:r>
              <a:rPr lang="ko-KR" altLang="en-US" dirty="0" err="1" smtClean="0"/>
              <a:t>웹툰</a:t>
            </a:r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2987824" y="2564904"/>
            <a:ext cx="1512168" cy="1231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644008" y="2564904"/>
            <a:ext cx="1512168" cy="1231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300192" y="2564904"/>
            <a:ext cx="1512168" cy="1231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87824" y="3789040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4644008" y="3789040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47" name="TextBox 46"/>
          <p:cNvSpPr txBox="1"/>
          <p:nvPr/>
        </p:nvSpPr>
        <p:spPr>
          <a:xfrm>
            <a:off x="6300192" y="3789040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2987824" y="4007220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작가명</a:t>
            </a:r>
            <a:endParaRPr lang="ko-KR" altLang="en-US" sz="1000" dirty="0"/>
          </a:p>
        </p:txBody>
      </p:sp>
      <p:sp>
        <p:nvSpPr>
          <p:cNvPr id="49" name="TextBox 48"/>
          <p:cNvSpPr txBox="1"/>
          <p:nvPr/>
        </p:nvSpPr>
        <p:spPr>
          <a:xfrm>
            <a:off x="4644008" y="4007220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6300192" y="4007220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51" name="직사각형 50"/>
          <p:cNvSpPr/>
          <p:nvPr/>
        </p:nvSpPr>
        <p:spPr>
          <a:xfrm>
            <a:off x="2994914" y="2564904"/>
            <a:ext cx="1512168" cy="1872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4644737" y="2564904"/>
            <a:ext cx="1512168" cy="1872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6300192" y="2564904"/>
            <a:ext cx="1512168" cy="18720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2987824" y="4190891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 </a:t>
            </a:r>
            <a:r>
              <a:rPr lang="en-US" altLang="ko-KR" sz="1000" dirty="0" smtClean="0"/>
              <a:t>4.8</a:t>
            </a:r>
            <a:endParaRPr lang="ko-KR" alt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4644737" y="4190891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 </a:t>
            </a:r>
            <a:r>
              <a:rPr lang="en-US" altLang="ko-KR" sz="1000" dirty="0" smtClean="0"/>
              <a:t>4.8</a:t>
            </a:r>
            <a:endParaRPr lang="ko-KR" altLang="en-US" sz="1000" dirty="0"/>
          </a:p>
        </p:txBody>
      </p:sp>
      <p:sp>
        <p:nvSpPr>
          <p:cNvPr id="56" name="TextBox 55"/>
          <p:cNvSpPr txBox="1"/>
          <p:nvPr/>
        </p:nvSpPr>
        <p:spPr>
          <a:xfrm>
            <a:off x="6300192" y="4190891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 </a:t>
            </a:r>
            <a:r>
              <a:rPr lang="en-US" altLang="ko-KR" sz="1000" dirty="0" smtClean="0"/>
              <a:t>4.8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7234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상세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상단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4732" y="5157192"/>
            <a:ext cx="356439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웹툰의</a:t>
            </a:r>
            <a:r>
              <a:rPr lang="ko-KR" altLang="en-US" sz="1300" dirty="0" smtClean="0"/>
              <a:t> 상세 정보표시</a:t>
            </a:r>
            <a:endParaRPr lang="en-US" altLang="ko-KR" sz="1300" dirty="0" smtClean="0"/>
          </a:p>
          <a:p>
            <a:r>
              <a:rPr lang="ko-KR" altLang="en-US" sz="1300" dirty="0" err="1" smtClean="0"/>
              <a:t>관심웹툰</a:t>
            </a:r>
            <a:r>
              <a:rPr lang="ko-KR" altLang="en-US" sz="1300" dirty="0" smtClean="0"/>
              <a:t> 데이터 업데이트</a:t>
            </a:r>
            <a:endParaRPr lang="en-US" altLang="ko-KR" sz="1300" dirty="0" smtClean="0"/>
          </a:p>
          <a:p>
            <a:r>
              <a:rPr lang="ko-KR" altLang="en-US" sz="1300" dirty="0" smtClean="0"/>
              <a:t>첫 회보기 클릭 시 첫 회로 바로 이동</a:t>
            </a:r>
            <a:endParaRPr lang="en-US" altLang="ko-KR" sz="1300" dirty="0" smtClean="0"/>
          </a:p>
          <a:p>
            <a:r>
              <a:rPr lang="ko-KR" altLang="en-US" sz="1300" dirty="0" err="1" smtClean="0"/>
              <a:t>최신순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회차순</a:t>
            </a:r>
            <a:r>
              <a:rPr lang="ko-KR" altLang="en-US" sz="1300" dirty="0" smtClean="0"/>
              <a:t> 정렬</a:t>
            </a:r>
            <a:endParaRPr lang="en-US" altLang="ko-KR" sz="1300" dirty="0" smtClean="0"/>
          </a:p>
          <a:p>
            <a:r>
              <a:rPr lang="ko-KR" altLang="en-US" sz="1300" dirty="0" smtClean="0"/>
              <a:t>작가의 </a:t>
            </a:r>
            <a:r>
              <a:rPr lang="ko-KR" altLang="en-US" sz="1300" dirty="0" err="1" smtClean="0"/>
              <a:t>다른작품</a:t>
            </a:r>
            <a:r>
              <a:rPr lang="ko-KR" altLang="en-US" sz="1300" dirty="0" smtClean="0"/>
              <a:t> 페이지이동</a:t>
            </a:r>
            <a:endParaRPr lang="en-US" altLang="ko-KR" sz="1300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4587493" y="5157192"/>
            <a:ext cx="355603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r>
              <a:rPr lang="ko-KR" altLang="en-US" sz="1300" dirty="0" err="1" smtClean="0"/>
              <a:t>웹툰테이블</a:t>
            </a:r>
            <a:r>
              <a:rPr lang="ko-KR" altLang="en-US" sz="1300" dirty="0" smtClean="0"/>
              <a:t>  </a:t>
            </a:r>
            <a:r>
              <a:rPr lang="ko-KR" altLang="en-US" sz="1300" dirty="0" err="1" smtClean="0"/>
              <a:t>웹툰회차테이블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join select</a:t>
            </a:r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웹툰테이블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- </a:t>
            </a:r>
            <a:r>
              <a:rPr lang="ko-KR" altLang="en-US" sz="1300" dirty="0" smtClean="0"/>
              <a:t>대표이미지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이미지</a:t>
            </a:r>
            <a:r>
              <a:rPr lang="en-US" altLang="ko-KR" sz="1300" dirty="0" smtClean="0"/>
              <a:t>), </a:t>
            </a:r>
            <a:r>
              <a:rPr lang="ko-KR" altLang="en-US" sz="1300" dirty="0" smtClean="0"/>
              <a:t>제목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작가명</a:t>
            </a:r>
            <a:r>
              <a:rPr lang="en-US" altLang="ko-KR" sz="1300" dirty="0" smtClean="0"/>
              <a:t>,  </a:t>
            </a:r>
            <a:r>
              <a:rPr lang="ko-KR" altLang="en-US" sz="1300" dirty="0" smtClean="0"/>
              <a:t>장르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연재요일</a:t>
            </a:r>
            <a:endParaRPr lang="en-US" altLang="ko-KR" sz="1300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웹툰회차테이블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- </a:t>
            </a:r>
            <a:r>
              <a:rPr lang="ko-KR" altLang="en-US" sz="1300" dirty="0" err="1" smtClean="0"/>
              <a:t>회차이미지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회차제목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</a:t>
            </a:r>
            <a:r>
              <a:rPr lang="ko-KR" altLang="en-US" sz="1300" dirty="0" smtClean="0"/>
              <a:t> </a:t>
            </a:r>
            <a:r>
              <a:rPr lang="ko-KR" altLang="en-US" sz="1300" dirty="0" smtClean="0"/>
              <a:t>평점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등록일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무료여부</a:t>
            </a:r>
            <a:endParaRPr lang="en-US" altLang="ko-KR" sz="1300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014733" y="764704"/>
            <a:ext cx="7128793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상단메뉴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293330" y="2204864"/>
            <a:ext cx="3422685" cy="23762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43945" y="2204864"/>
            <a:ext cx="30124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 err="1" smtClean="0"/>
              <a:t>웹툰</a:t>
            </a:r>
            <a:r>
              <a:rPr lang="ko-KR" altLang="en-US" sz="1500" b="1" dirty="0" smtClean="0"/>
              <a:t> 제목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제목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</a:t>
            </a:r>
            <a:r>
              <a:rPr lang="ko-KR" altLang="en-US" sz="1500" b="1" dirty="0" smtClean="0"/>
              <a:t>제목</a:t>
            </a:r>
            <a:r>
              <a:rPr lang="ko-KR" altLang="en-US" sz="1500" b="1" dirty="0"/>
              <a:t>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제목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제목 </a:t>
            </a:r>
            <a:r>
              <a:rPr lang="ko-KR" altLang="en-US" sz="1500" b="1" dirty="0" smtClean="0"/>
              <a:t> </a:t>
            </a:r>
            <a:r>
              <a:rPr lang="ko-KR" altLang="en-US" sz="1000" dirty="0" smtClean="0"/>
              <a:t>연령제한</a:t>
            </a:r>
            <a:r>
              <a:rPr lang="en-US" altLang="ko-KR" sz="1500" b="1" dirty="0" smtClean="0"/>
              <a:t>	</a:t>
            </a:r>
            <a:endParaRPr lang="ko-KR" altLang="en-US" sz="1500" dirty="0"/>
          </a:p>
        </p:txBody>
      </p:sp>
      <p:sp>
        <p:nvSpPr>
          <p:cNvPr id="32" name="TextBox 31"/>
          <p:cNvSpPr txBox="1"/>
          <p:nvPr/>
        </p:nvSpPr>
        <p:spPr>
          <a:xfrm>
            <a:off x="4943944" y="2755185"/>
            <a:ext cx="30124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작가명</a:t>
            </a:r>
            <a:endParaRPr lang="en-US" altLang="ko-KR" sz="1000" dirty="0" smtClean="0"/>
          </a:p>
          <a:p>
            <a:endParaRPr lang="en-US" altLang="ko-KR" sz="1300" dirty="0"/>
          </a:p>
          <a:p>
            <a:r>
              <a:rPr lang="ko-KR" altLang="en-US" sz="1000" dirty="0" smtClean="0"/>
              <a:t>내용설명 내용설명 내용설명 내용설명 내용설명 내용설명 내용설명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ko-KR" altLang="en-US" sz="1000" dirty="0" smtClean="0"/>
              <a:t>연재 요일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월요일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수요일</a:t>
            </a:r>
            <a:endParaRPr lang="en-US" altLang="ko-KR" sz="1000" dirty="0" smtClean="0"/>
          </a:p>
          <a:p>
            <a:r>
              <a:rPr lang="ko-KR" altLang="en-US" sz="1000" dirty="0" smtClean="0"/>
              <a:t>장르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액션</a:t>
            </a:r>
            <a:endParaRPr lang="en-US" altLang="ko-KR" sz="1000" dirty="0" smtClean="0"/>
          </a:p>
          <a:p>
            <a:endParaRPr lang="ko-KR" altLang="en-US" sz="1300" dirty="0"/>
          </a:p>
        </p:txBody>
      </p:sp>
      <p:sp>
        <p:nvSpPr>
          <p:cNvPr id="35" name="직사각형 34"/>
          <p:cNvSpPr/>
          <p:nvPr/>
        </p:nvSpPr>
        <p:spPr>
          <a:xfrm>
            <a:off x="5034492" y="4293096"/>
            <a:ext cx="72008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관심웹툰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840670" y="4293096"/>
            <a:ext cx="891569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첫 회 보기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804248" y="4293096"/>
            <a:ext cx="1152128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작가의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다른작품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259632" y="4869160"/>
            <a:ext cx="6696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14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상세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하</a:t>
            </a:r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단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259632" y="1059339"/>
            <a:ext cx="6696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299738" y="1518772"/>
            <a:ext cx="1080120" cy="79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000" dirty="0" smtClean="0">
                <a:solidFill>
                  <a:schemeClr val="tx1"/>
                </a:solidFill>
              </a:rPr>
              <a:t> 이미지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874" y="1793599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N</a:t>
            </a:r>
            <a:r>
              <a:rPr lang="ko-KR" altLang="en-US" sz="1000" dirty="0" smtClean="0"/>
              <a:t>회 </a:t>
            </a:r>
            <a:r>
              <a:rPr lang="ko-KR" altLang="en-US" sz="1000" dirty="0" err="1" smtClean="0"/>
              <a:t>회차제목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3923928" y="1793598"/>
            <a:ext cx="1368152" cy="246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5436096" y="1793598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1299738" y="2474929"/>
            <a:ext cx="1080120" cy="79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000" dirty="0" smtClean="0">
                <a:solidFill>
                  <a:schemeClr val="tx1"/>
                </a:solidFill>
              </a:rPr>
              <a:t> 이미지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23928" y="2749755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22" name="직사각형 21"/>
          <p:cNvSpPr/>
          <p:nvPr/>
        </p:nvSpPr>
        <p:spPr>
          <a:xfrm>
            <a:off x="1299738" y="3414821"/>
            <a:ext cx="1080120" cy="79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000" dirty="0" smtClean="0">
                <a:solidFill>
                  <a:schemeClr val="tx1"/>
                </a:solidFill>
              </a:rPr>
              <a:t> 이미지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23928" y="3689647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cxnSp>
        <p:nvCxnSpPr>
          <p:cNvPr id="28" name="직선 연결선 27"/>
          <p:cNvCxnSpPr/>
          <p:nvPr/>
        </p:nvCxnSpPr>
        <p:spPr>
          <a:xfrm>
            <a:off x="1259632" y="1347371"/>
            <a:ext cx="6696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738" y="1080121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이미지</a:t>
            </a:r>
            <a:endParaRPr lang="ko-KR" alt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523874" y="1080121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제목</a:t>
            </a:r>
            <a:endParaRPr lang="ko-KR" alt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3923928" y="108012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평점</a:t>
            </a:r>
            <a:endParaRPr lang="ko-KR" alt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5436096" y="1080121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46" name="직사각형 45"/>
          <p:cNvSpPr/>
          <p:nvPr/>
        </p:nvSpPr>
        <p:spPr>
          <a:xfrm>
            <a:off x="1299738" y="4371707"/>
            <a:ext cx="1080120" cy="78548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000" dirty="0" smtClean="0">
                <a:solidFill>
                  <a:schemeClr val="tx1"/>
                </a:solidFill>
              </a:rPr>
              <a:t> 이미지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923928" y="4646533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6732240" y="764704"/>
            <a:ext cx="1224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최신순</a:t>
            </a:r>
            <a:r>
              <a:rPr lang="ko-KR" altLang="en-US" sz="1000" dirty="0" smtClean="0"/>
              <a:t>   </a:t>
            </a:r>
            <a:r>
              <a:rPr lang="ko-KR" altLang="en-US" sz="1000" dirty="0" err="1" smtClean="0"/>
              <a:t>회차순</a:t>
            </a:r>
            <a:endParaRPr lang="ko-KR" alt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2523874" y="2749756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N</a:t>
            </a:r>
            <a:r>
              <a:rPr lang="ko-KR" altLang="en-US" sz="1000" dirty="0" smtClean="0"/>
              <a:t>회 </a:t>
            </a:r>
            <a:r>
              <a:rPr lang="ko-KR" altLang="en-US" sz="1000" dirty="0" err="1" smtClean="0"/>
              <a:t>회차제목</a:t>
            </a:r>
            <a:endParaRPr lang="ko-KR" alt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2523874" y="3689646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N</a:t>
            </a:r>
            <a:r>
              <a:rPr lang="ko-KR" altLang="en-US" sz="1000" dirty="0" smtClean="0"/>
              <a:t>회 </a:t>
            </a:r>
            <a:r>
              <a:rPr lang="ko-KR" altLang="en-US" sz="1000" dirty="0" err="1" smtClean="0"/>
              <a:t>회차제목</a:t>
            </a:r>
            <a:endParaRPr lang="ko-KR" alt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2523874" y="4646532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N</a:t>
            </a:r>
            <a:r>
              <a:rPr lang="ko-KR" altLang="en-US" sz="1000" dirty="0" smtClean="0"/>
              <a:t>회 </a:t>
            </a:r>
            <a:r>
              <a:rPr lang="ko-KR" altLang="en-US" sz="1000" dirty="0" err="1" smtClean="0"/>
              <a:t>회차제목</a:t>
            </a:r>
            <a:endParaRPr lang="ko-KR" alt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5436096" y="2749754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36096" y="3689648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5436096" y="4646533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6658969" y="1080121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가</a:t>
            </a:r>
            <a:r>
              <a:rPr lang="ko-KR" altLang="en-US" sz="1000" dirty="0"/>
              <a:t>격</a:t>
            </a:r>
            <a:endParaRPr lang="ko-KR" altLang="en-US" sz="1000" dirty="0"/>
          </a:p>
        </p:txBody>
      </p:sp>
      <p:sp>
        <p:nvSpPr>
          <p:cNvPr id="39" name="TextBox 38"/>
          <p:cNvSpPr txBox="1"/>
          <p:nvPr/>
        </p:nvSpPr>
        <p:spPr>
          <a:xfrm>
            <a:off x="6658969" y="1793599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유료</a:t>
            </a:r>
            <a:endParaRPr lang="ko-KR" altLang="en-US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6658969" y="2749756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유</a:t>
            </a:r>
            <a:r>
              <a:rPr lang="ko-KR" altLang="en-US" sz="1000" dirty="0" smtClean="0"/>
              <a:t>료</a:t>
            </a:r>
            <a:endParaRPr lang="ko-KR" alt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6658969" y="3689648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유</a:t>
            </a:r>
            <a:r>
              <a:rPr lang="ko-KR" altLang="en-US" sz="1000" dirty="0" smtClean="0"/>
              <a:t>료</a:t>
            </a:r>
            <a:endParaRPr lang="ko-KR" alt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6658969" y="4646533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무료</a:t>
            </a:r>
            <a:endParaRPr lang="ko-KR" alt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7278167" y="1080121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구</a:t>
            </a:r>
            <a:r>
              <a:rPr lang="ko-KR" altLang="en-US" sz="1000" dirty="0"/>
              <a:t>매</a:t>
            </a:r>
            <a:endParaRPr lang="ko-KR" altLang="en-US" sz="1000" dirty="0"/>
          </a:p>
        </p:txBody>
      </p:sp>
      <p:sp>
        <p:nvSpPr>
          <p:cNvPr id="2" name="직사각형 1"/>
          <p:cNvSpPr/>
          <p:nvPr/>
        </p:nvSpPr>
        <p:spPr>
          <a:xfrm>
            <a:off x="7649290" y="1855154"/>
            <a:ext cx="123111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7649290" y="2811308"/>
            <a:ext cx="123111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7649290" y="3751200"/>
            <a:ext cx="123111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7649290" y="4708087"/>
            <a:ext cx="123111" cy="1231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84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상세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– </a:t>
            </a:r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뷰어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87624" y="764704"/>
            <a:ext cx="237626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 smtClean="0"/>
              <a:t>N</a:t>
            </a:r>
            <a:r>
              <a:rPr lang="ko-KR" altLang="en-US" sz="1300" b="1" dirty="0" smtClean="0"/>
              <a:t>화</a:t>
            </a:r>
            <a:r>
              <a:rPr lang="en-US" altLang="ko-KR" sz="1300" b="1" dirty="0"/>
              <a:t> </a:t>
            </a:r>
            <a:r>
              <a:rPr lang="en-US" altLang="ko-KR" sz="1300" b="1" dirty="0" smtClean="0"/>
              <a:t>   </a:t>
            </a:r>
            <a:r>
              <a:rPr lang="ko-KR" altLang="en-US" sz="1300" b="1" dirty="0" err="1" smtClean="0"/>
              <a:t>회차제목</a:t>
            </a:r>
            <a:endParaRPr lang="ko-KR" altLang="en-US" sz="1300" b="1" dirty="0"/>
          </a:p>
        </p:txBody>
      </p:sp>
      <p:sp>
        <p:nvSpPr>
          <p:cNvPr id="7" name="직사각형 6"/>
          <p:cNvSpPr/>
          <p:nvPr/>
        </p:nvSpPr>
        <p:spPr>
          <a:xfrm>
            <a:off x="1761081" y="1057092"/>
            <a:ext cx="5688632" cy="410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내용 이미지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014733" y="1046701"/>
            <a:ext cx="71287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14732" y="5157192"/>
            <a:ext cx="356439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상단바에</a:t>
            </a:r>
            <a:r>
              <a:rPr lang="ko-KR" altLang="en-US" sz="1300" dirty="0" smtClean="0"/>
              <a:t> 다음화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이전화 가는 버튼 </a:t>
            </a:r>
            <a:endParaRPr lang="en-US" altLang="ko-KR" sz="1300" dirty="0" smtClean="0"/>
          </a:p>
          <a:p>
            <a:r>
              <a:rPr lang="en-US" altLang="ko-KR" sz="1300" dirty="0" smtClean="0"/>
              <a:t>or</a:t>
            </a:r>
          </a:p>
          <a:p>
            <a:r>
              <a:rPr lang="ko-KR" altLang="en-US" sz="1300" dirty="0" smtClean="0"/>
              <a:t>스크롤을 다 내렸을 때 다음화로 갈지 </a:t>
            </a:r>
            <a:endParaRPr lang="en-US" altLang="ko-KR" sz="1300" dirty="0" smtClean="0"/>
          </a:p>
          <a:p>
            <a:r>
              <a:rPr lang="ko-KR" altLang="en-US" sz="1300" dirty="0" smtClean="0"/>
              <a:t>물어보거나</a:t>
            </a:r>
            <a:endParaRPr lang="en-US" altLang="ko-KR" sz="1300" dirty="0" smtClean="0"/>
          </a:p>
          <a:p>
            <a:r>
              <a:rPr lang="en-US" altLang="ko-KR" sz="1300" dirty="0" smtClean="0"/>
              <a:t>or</a:t>
            </a:r>
          </a:p>
          <a:p>
            <a:r>
              <a:rPr lang="ko-KR" altLang="en-US" sz="1300" dirty="0" smtClean="0"/>
              <a:t>페이지 하단에 다음화 버튼</a:t>
            </a:r>
            <a:endParaRPr lang="en-US" altLang="ko-KR" sz="1300" dirty="0" smtClean="0"/>
          </a:p>
          <a:p>
            <a:endParaRPr lang="en-US" altLang="ko-KR" sz="1300" dirty="0" smtClean="0"/>
          </a:p>
        </p:txBody>
      </p:sp>
      <p:sp>
        <p:nvSpPr>
          <p:cNvPr id="34" name="TextBox 33"/>
          <p:cNvSpPr txBox="1"/>
          <p:nvPr/>
        </p:nvSpPr>
        <p:spPr>
          <a:xfrm>
            <a:off x="4587493" y="5157192"/>
            <a:ext cx="355603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회차테이블</a:t>
            </a:r>
            <a:r>
              <a:rPr lang="en-US" altLang="ko-KR" sz="1300" dirty="0"/>
              <a:t> </a:t>
            </a:r>
            <a:r>
              <a:rPr lang="en-US" altLang="ko-KR" sz="1300" dirty="0" smtClean="0"/>
              <a:t>select</a:t>
            </a:r>
          </a:p>
          <a:p>
            <a:r>
              <a:rPr lang="ko-KR" altLang="en-US" sz="1300" dirty="0" err="1" smtClean="0"/>
              <a:t>웹툰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회차제목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내용이미지</a:t>
            </a:r>
            <a:endParaRPr lang="en-US" altLang="ko-KR" sz="13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7236296" y="764704"/>
            <a:ext cx="907230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300" dirty="0" smtClean="0"/>
              <a:t>다음화</a:t>
            </a:r>
            <a:r>
              <a:rPr lang="en-US" altLang="ko-KR" sz="1300" dirty="0" smtClean="0"/>
              <a:t>-&gt;</a:t>
            </a:r>
            <a:endParaRPr lang="ko-KR" altLang="en-US"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6322170" y="764704"/>
            <a:ext cx="907230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300" dirty="0" smtClean="0"/>
              <a:t>&lt;-</a:t>
            </a:r>
            <a:r>
              <a:rPr lang="ko-KR" altLang="en-US" sz="1300" dirty="0" smtClean="0"/>
              <a:t>이전화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5700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완</a:t>
            </a:r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목록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014733" y="764704"/>
            <a:ext cx="7128793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상단메뉴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06829" y="3180623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63013" y="3180623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819197" y="3180623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403373" y="3180623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6829" y="433275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3163013" y="433275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4819197" y="433275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6403373" y="433275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1506829" y="455093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3163013" y="455093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819197" y="455093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6403373" y="455093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1506829" y="3180623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170103" y="3180623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4819926" y="3180623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6403373" y="3180623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87624" y="1938321"/>
            <a:ext cx="1469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완결된 </a:t>
            </a:r>
            <a:r>
              <a:rPr lang="ko-KR" altLang="en-US" b="1" dirty="0" err="1" smtClean="0"/>
              <a:t>웹툰</a:t>
            </a:r>
            <a:endParaRPr lang="ko-KR" alt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1014732" y="5171831"/>
            <a:ext cx="356439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smtClean="0"/>
              <a:t>장르별로 완결된 </a:t>
            </a:r>
            <a:r>
              <a:rPr lang="ko-KR" altLang="en-US" sz="1300" dirty="0" err="1" smtClean="0"/>
              <a:t>웹툰</a:t>
            </a:r>
            <a:r>
              <a:rPr lang="ko-KR" altLang="en-US" sz="1300" dirty="0" smtClean="0"/>
              <a:t> 정렬</a:t>
            </a:r>
            <a:endParaRPr lang="en-US" altLang="ko-KR" sz="1300" dirty="0" smtClean="0"/>
          </a:p>
          <a:p>
            <a:r>
              <a:rPr lang="en-US" altLang="ko-KR" sz="1300" dirty="0" smtClean="0"/>
              <a:t>(</a:t>
            </a:r>
            <a:r>
              <a:rPr lang="ko-KR" altLang="en-US" sz="1300" dirty="0" smtClean="0"/>
              <a:t>가장 최근 완결된 작품부터</a:t>
            </a:r>
            <a:r>
              <a:rPr lang="en-US" altLang="ko-KR" sz="1300" dirty="0" smtClean="0"/>
              <a:t>)</a:t>
            </a:r>
            <a:endParaRPr lang="en-US" altLang="ko-KR" sz="1300" dirty="0"/>
          </a:p>
          <a:p>
            <a:endParaRPr lang="en-US" altLang="ko-KR" sz="1300" dirty="0" smtClean="0"/>
          </a:p>
        </p:txBody>
      </p:sp>
      <p:sp>
        <p:nvSpPr>
          <p:cNvPr id="37" name="TextBox 36"/>
          <p:cNvSpPr txBox="1"/>
          <p:nvPr/>
        </p:nvSpPr>
        <p:spPr>
          <a:xfrm>
            <a:off x="4587493" y="5171831"/>
            <a:ext cx="3556033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웹툰테이블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w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웹툰회차테이블</a:t>
            </a:r>
            <a:r>
              <a:rPr lang="ko-KR" altLang="en-US" sz="1300" dirty="0" smtClean="0"/>
              <a:t> </a:t>
            </a:r>
            <a:r>
              <a:rPr lang="en-US" altLang="ko-KR" sz="1300" dirty="0" err="1" smtClean="0"/>
              <a:t>wn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join select</a:t>
            </a:r>
          </a:p>
          <a:p>
            <a:endParaRPr lang="en-US" altLang="ko-KR" sz="1300" dirty="0"/>
          </a:p>
          <a:p>
            <a:r>
              <a:rPr lang="en-US" altLang="ko-KR" sz="1300" dirty="0" smtClean="0"/>
              <a:t>w.</a:t>
            </a:r>
            <a:r>
              <a:rPr lang="ko-KR" altLang="en-US" sz="1300" dirty="0" smtClean="0"/>
              <a:t>대표이미지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이미지</a:t>
            </a:r>
            <a:r>
              <a:rPr lang="en-US" altLang="ko-KR" sz="1300" dirty="0" smtClean="0"/>
              <a:t>), w.</a:t>
            </a:r>
            <a:r>
              <a:rPr lang="ko-KR" altLang="en-US" sz="1300" dirty="0" smtClean="0"/>
              <a:t>제목</a:t>
            </a:r>
            <a:r>
              <a:rPr lang="en-US" altLang="ko-KR" sz="1300" dirty="0" smtClean="0"/>
              <a:t>, w.</a:t>
            </a:r>
            <a:r>
              <a:rPr lang="ko-KR" altLang="en-US" sz="1300" dirty="0" err="1" smtClean="0"/>
              <a:t>작가명</a:t>
            </a:r>
            <a:r>
              <a:rPr lang="en-US" altLang="ko-KR" sz="1300" dirty="0" smtClean="0"/>
              <a:t>,  w.</a:t>
            </a:r>
            <a:r>
              <a:rPr lang="ko-KR" altLang="en-US" sz="1300" dirty="0" smtClean="0"/>
              <a:t>장르</a:t>
            </a:r>
            <a:r>
              <a:rPr lang="en-US" altLang="ko-KR" sz="1300" dirty="0" smtClean="0"/>
              <a:t>,</a:t>
            </a:r>
          </a:p>
          <a:p>
            <a:r>
              <a:rPr lang="en-US" altLang="ko-KR" sz="1300" dirty="0" err="1" smtClean="0"/>
              <a:t>wn</a:t>
            </a:r>
            <a:r>
              <a:rPr lang="en-US" altLang="ko-KR" sz="1300" dirty="0" smtClean="0"/>
              <a:t>.</a:t>
            </a:r>
            <a:r>
              <a:rPr lang="ko-KR" altLang="en-US" sz="1300" dirty="0" smtClean="0"/>
              <a:t>완결여부</a:t>
            </a:r>
            <a:r>
              <a:rPr lang="en-US" altLang="ko-KR" sz="1300" dirty="0" smtClean="0"/>
              <a:t>, </a:t>
            </a:r>
            <a:r>
              <a:rPr lang="en-US" altLang="ko-KR" sz="1300" dirty="0" err="1" smtClean="0"/>
              <a:t>wn</a:t>
            </a:r>
            <a:r>
              <a:rPr lang="en-US" altLang="ko-KR" sz="1300" dirty="0" smtClean="0"/>
              <a:t>.</a:t>
            </a:r>
            <a:r>
              <a:rPr lang="ko-KR" altLang="en-US" sz="1300" dirty="0" smtClean="0"/>
              <a:t>등록날짜</a:t>
            </a:r>
            <a:r>
              <a:rPr lang="en-US" altLang="ko-KR" sz="1300" dirty="0" smtClean="0"/>
              <a:t>(</a:t>
            </a:r>
            <a:r>
              <a:rPr lang="ko-KR" altLang="en-US" sz="1300" dirty="0" err="1" smtClean="0"/>
              <a:t>완결회차</a:t>
            </a:r>
            <a:r>
              <a:rPr lang="en-US" altLang="ko-KR" sz="1300" dirty="0" smtClean="0"/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801" y="2503807"/>
            <a:ext cx="59046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일상   학원</a:t>
            </a:r>
            <a:r>
              <a:rPr lang="en-US" altLang="ko-KR" sz="1300" dirty="0" smtClean="0"/>
              <a:t>   </a:t>
            </a:r>
            <a:r>
              <a:rPr lang="ko-KR" altLang="en-US" sz="1300" dirty="0" smtClean="0"/>
              <a:t>개그   판타지   액션   로맨스   드라마</a:t>
            </a:r>
            <a:r>
              <a:rPr lang="en-US" altLang="ko-KR" sz="1300" dirty="0" smtClean="0"/>
              <a:t>   </a:t>
            </a:r>
            <a:r>
              <a:rPr lang="ko-KR" altLang="en-US" sz="1300" dirty="0" smtClean="0"/>
              <a:t>스릴러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14396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완결웹툰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상세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상단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4732" y="5157192"/>
            <a:ext cx="356439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웹툰의</a:t>
            </a:r>
            <a:r>
              <a:rPr lang="ko-KR" altLang="en-US" sz="1300" dirty="0" smtClean="0"/>
              <a:t> 상세 정보표시</a:t>
            </a:r>
            <a:endParaRPr lang="en-US" altLang="ko-KR" sz="1300" dirty="0" smtClean="0"/>
          </a:p>
          <a:p>
            <a:r>
              <a:rPr lang="ko-KR" altLang="en-US" sz="1300" dirty="0" err="1" smtClean="0"/>
              <a:t>관심웹툰</a:t>
            </a:r>
            <a:r>
              <a:rPr lang="ko-KR" altLang="en-US" sz="1300" dirty="0" smtClean="0"/>
              <a:t> 데이터 업데이트</a:t>
            </a:r>
            <a:endParaRPr lang="en-US" altLang="ko-KR" sz="1300" dirty="0" smtClean="0"/>
          </a:p>
          <a:p>
            <a:r>
              <a:rPr lang="ko-KR" altLang="en-US" sz="1300" dirty="0" smtClean="0"/>
              <a:t>첫 회보기 클릭 시 첫 회로 바로 이동</a:t>
            </a:r>
            <a:endParaRPr lang="en-US" altLang="ko-KR" sz="1300" dirty="0" smtClean="0"/>
          </a:p>
          <a:p>
            <a:r>
              <a:rPr lang="ko-KR" altLang="en-US" sz="1300" dirty="0" err="1" smtClean="0"/>
              <a:t>최신순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회차순</a:t>
            </a:r>
            <a:r>
              <a:rPr lang="ko-KR" altLang="en-US" sz="1300" dirty="0" smtClean="0"/>
              <a:t> 정렬</a:t>
            </a:r>
            <a:endParaRPr lang="en-US" altLang="ko-KR" sz="1300" dirty="0" smtClean="0"/>
          </a:p>
          <a:p>
            <a:r>
              <a:rPr lang="ko-KR" altLang="en-US" sz="1300" dirty="0" smtClean="0"/>
              <a:t>작가의 </a:t>
            </a:r>
            <a:r>
              <a:rPr lang="ko-KR" altLang="en-US" sz="1300" dirty="0" err="1" smtClean="0"/>
              <a:t>다른작품</a:t>
            </a:r>
            <a:r>
              <a:rPr lang="ko-KR" altLang="en-US" sz="1300" dirty="0" smtClean="0"/>
              <a:t> 페이지이동</a:t>
            </a:r>
            <a:endParaRPr lang="en-US" altLang="ko-KR" sz="1300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4587493" y="5157192"/>
            <a:ext cx="355603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웹툰테이블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w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웹툰회차테이블</a:t>
            </a:r>
            <a:r>
              <a:rPr lang="ko-KR" altLang="en-US" sz="1300" dirty="0" smtClean="0"/>
              <a:t> </a:t>
            </a:r>
            <a:r>
              <a:rPr lang="en-US" altLang="ko-KR" sz="1300" dirty="0" err="1" smtClean="0"/>
              <a:t>wn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join select</a:t>
            </a:r>
          </a:p>
          <a:p>
            <a:endParaRPr lang="en-US" altLang="ko-KR" sz="1300" dirty="0"/>
          </a:p>
          <a:p>
            <a:r>
              <a:rPr lang="en-US" altLang="ko-KR" sz="1300" dirty="0" smtClean="0"/>
              <a:t>w.</a:t>
            </a:r>
            <a:r>
              <a:rPr lang="ko-KR" altLang="en-US" sz="1300" dirty="0" smtClean="0"/>
              <a:t>대표이미지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이미지</a:t>
            </a:r>
            <a:r>
              <a:rPr lang="en-US" altLang="ko-KR" sz="1300" dirty="0" smtClean="0"/>
              <a:t>), w.</a:t>
            </a:r>
            <a:r>
              <a:rPr lang="ko-KR" altLang="en-US" sz="1300" dirty="0" smtClean="0"/>
              <a:t>제목</a:t>
            </a:r>
            <a:r>
              <a:rPr lang="en-US" altLang="ko-KR" sz="1300" dirty="0" smtClean="0"/>
              <a:t>, w.</a:t>
            </a:r>
            <a:r>
              <a:rPr lang="ko-KR" altLang="en-US" sz="1300" dirty="0" err="1" smtClean="0"/>
              <a:t>작가명</a:t>
            </a:r>
            <a:r>
              <a:rPr lang="en-US" altLang="ko-KR" sz="1300" dirty="0" smtClean="0"/>
              <a:t>,  w.</a:t>
            </a:r>
            <a:r>
              <a:rPr lang="ko-KR" altLang="en-US" sz="1300" dirty="0" smtClean="0"/>
              <a:t>장르</a:t>
            </a:r>
            <a:r>
              <a:rPr lang="en-US" altLang="ko-KR" sz="1300" dirty="0" smtClean="0"/>
              <a:t>, w.</a:t>
            </a:r>
            <a:r>
              <a:rPr lang="ko-KR" altLang="en-US" sz="1300" dirty="0" smtClean="0"/>
              <a:t>연재요일</a:t>
            </a:r>
            <a:endParaRPr lang="en-US" altLang="ko-KR" sz="1300" dirty="0" smtClean="0"/>
          </a:p>
          <a:p>
            <a:r>
              <a:rPr lang="en-US" altLang="ko-KR" sz="1300" dirty="0" err="1" smtClean="0"/>
              <a:t>wn</a:t>
            </a:r>
            <a:r>
              <a:rPr lang="en-US" altLang="ko-KR" sz="1300" dirty="0" smtClean="0"/>
              <a:t>.</a:t>
            </a:r>
            <a:r>
              <a:rPr lang="ko-KR" altLang="en-US" sz="1300" dirty="0" err="1" smtClean="0"/>
              <a:t>회차이미지</a:t>
            </a:r>
            <a:r>
              <a:rPr lang="en-US" altLang="ko-KR" sz="1300" dirty="0" smtClean="0"/>
              <a:t>, </a:t>
            </a:r>
            <a:r>
              <a:rPr lang="en-US" altLang="ko-KR" sz="1300" dirty="0" err="1" smtClean="0"/>
              <a:t>wn</a:t>
            </a:r>
            <a:r>
              <a:rPr lang="ko-KR" altLang="en-US" sz="1300" dirty="0" err="1" smtClean="0"/>
              <a:t>회차</a:t>
            </a:r>
            <a:r>
              <a:rPr lang="en-US" altLang="ko-KR" sz="1300" dirty="0" smtClean="0"/>
              <a:t>, </a:t>
            </a:r>
            <a:r>
              <a:rPr lang="en-US" altLang="ko-KR" sz="1300" dirty="0" err="1" smtClean="0"/>
              <a:t>wn</a:t>
            </a:r>
            <a:r>
              <a:rPr lang="en-US" altLang="ko-KR" sz="1300" dirty="0" smtClean="0"/>
              <a:t>.</a:t>
            </a:r>
            <a:r>
              <a:rPr lang="ko-KR" altLang="en-US" sz="1300" dirty="0" err="1" smtClean="0"/>
              <a:t>회차제목</a:t>
            </a:r>
            <a:r>
              <a:rPr lang="en-US" altLang="ko-KR" sz="1300" dirty="0" smtClean="0"/>
              <a:t>, </a:t>
            </a:r>
            <a:r>
              <a:rPr lang="en-US" altLang="ko-KR" sz="1300" dirty="0" err="1" smtClean="0"/>
              <a:t>wn</a:t>
            </a:r>
            <a:r>
              <a:rPr lang="en-US" altLang="ko-KR" sz="1300" dirty="0" smtClean="0"/>
              <a:t>.</a:t>
            </a:r>
            <a:r>
              <a:rPr lang="ko-KR" altLang="en-US" sz="1300" dirty="0" err="1" smtClean="0"/>
              <a:t>회차</a:t>
            </a:r>
            <a:r>
              <a:rPr lang="ko-KR" altLang="en-US" sz="1300" dirty="0" smtClean="0"/>
              <a:t> 평점</a:t>
            </a:r>
            <a:r>
              <a:rPr lang="en-US" altLang="ko-KR" sz="1300" dirty="0" smtClean="0"/>
              <a:t>, </a:t>
            </a:r>
            <a:r>
              <a:rPr lang="en-US" altLang="ko-KR" sz="1300" dirty="0" err="1" smtClean="0"/>
              <a:t>wn</a:t>
            </a:r>
            <a:r>
              <a:rPr lang="en-US" altLang="ko-KR" sz="1300" dirty="0" smtClean="0"/>
              <a:t>.</a:t>
            </a:r>
            <a:r>
              <a:rPr lang="ko-KR" altLang="en-US" sz="1300" dirty="0" smtClean="0"/>
              <a:t>등록일</a:t>
            </a:r>
            <a:endParaRPr lang="en-US" altLang="ko-KR" sz="1300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014733" y="764704"/>
            <a:ext cx="7128793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상단메뉴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293330" y="2204864"/>
            <a:ext cx="3422685" cy="23762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43945" y="2204864"/>
            <a:ext cx="30124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 err="1" smtClean="0"/>
              <a:t>웹툰</a:t>
            </a:r>
            <a:r>
              <a:rPr lang="ko-KR" altLang="en-US" sz="1500" b="1" dirty="0" smtClean="0"/>
              <a:t> 제목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제목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</a:t>
            </a:r>
            <a:r>
              <a:rPr lang="ko-KR" altLang="en-US" sz="1500" b="1" dirty="0" smtClean="0"/>
              <a:t>제목</a:t>
            </a:r>
            <a:r>
              <a:rPr lang="ko-KR" altLang="en-US" sz="1500" b="1" dirty="0"/>
              <a:t>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제목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제목 </a:t>
            </a:r>
            <a:r>
              <a:rPr lang="ko-KR" altLang="en-US" sz="1500" b="1" dirty="0" smtClean="0"/>
              <a:t> </a:t>
            </a:r>
            <a:r>
              <a:rPr lang="ko-KR" altLang="en-US" sz="1000" dirty="0" smtClean="0"/>
              <a:t>연령제한</a:t>
            </a:r>
            <a:r>
              <a:rPr lang="en-US" altLang="ko-KR" sz="1500" b="1" dirty="0" smtClean="0"/>
              <a:t>	</a:t>
            </a:r>
            <a:endParaRPr lang="ko-KR" altLang="en-US" sz="1500" dirty="0"/>
          </a:p>
        </p:txBody>
      </p:sp>
      <p:sp>
        <p:nvSpPr>
          <p:cNvPr id="32" name="TextBox 31"/>
          <p:cNvSpPr txBox="1"/>
          <p:nvPr/>
        </p:nvSpPr>
        <p:spPr>
          <a:xfrm>
            <a:off x="4943944" y="2755185"/>
            <a:ext cx="30124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작가명</a:t>
            </a:r>
            <a:endParaRPr lang="en-US" altLang="ko-KR" sz="1000" dirty="0" smtClean="0"/>
          </a:p>
          <a:p>
            <a:endParaRPr lang="en-US" altLang="ko-KR" sz="1300" dirty="0"/>
          </a:p>
          <a:p>
            <a:r>
              <a:rPr lang="ko-KR" altLang="en-US" sz="1000" dirty="0" smtClean="0"/>
              <a:t>내용설명 내용설명 내용설명 내용설명 내용설명 내용설명 내용설명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ko-KR" altLang="en-US" sz="1000" dirty="0" smtClean="0"/>
              <a:t>완결 </a:t>
            </a:r>
            <a:r>
              <a:rPr lang="en-US" altLang="ko-KR" sz="1000" dirty="0" smtClean="0"/>
              <a:t>: @@@</a:t>
            </a:r>
            <a:r>
              <a:rPr lang="ko-KR" altLang="en-US" sz="1000" dirty="0"/>
              <a:t>화</a:t>
            </a:r>
            <a:endParaRPr lang="en-US" altLang="ko-KR" sz="1000" dirty="0" smtClean="0"/>
          </a:p>
          <a:p>
            <a:r>
              <a:rPr lang="ko-KR" altLang="en-US" sz="1000" dirty="0" smtClean="0"/>
              <a:t>장르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액션</a:t>
            </a:r>
            <a:endParaRPr lang="en-US" altLang="ko-KR" sz="1000" dirty="0" smtClean="0"/>
          </a:p>
          <a:p>
            <a:endParaRPr lang="ko-KR" altLang="en-US" sz="1300" dirty="0"/>
          </a:p>
        </p:txBody>
      </p:sp>
      <p:sp>
        <p:nvSpPr>
          <p:cNvPr id="35" name="직사각형 34"/>
          <p:cNvSpPr/>
          <p:nvPr/>
        </p:nvSpPr>
        <p:spPr>
          <a:xfrm>
            <a:off x="5034492" y="4293096"/>
            <a:ext cx="72008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관심웹툰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840670" y="4293096"/>
            <a:ext cx="891569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첫 회 보기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804248" y="4293096"/>
            <a:ext cx="1152128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작가의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다른작품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259632" y="4869160"/>
            <a:ext cx="6696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66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완결웹툰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상세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하</a:t>
            </a:r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단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259632" y="1059339"/>
            <a:ext cx="6696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299738" y="1518772"/>
            <a:ext cx="1080120" cy="79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000" dirty="0" smtClean="0">
                <a:solidFill>
                  <a:schemeClr val="tx1"/>
                </a:solidFill>
              </a:rPr>
              <a:t> 이미지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874" y="1793599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N</a:t>
            </a:r>
            <a:r>
              <a:rPr lang="ko-KR" altLang="en-US" sz="1000" dirty="0" smtClean="0"/>
              <a:t>회 </a:t>
            </a:r>
            <a:r>
              <a:rPr lang="ko-KR" altLang="en-US" sz="1000" dirty="0" err="1" smtClean="0"/>
              <a:t>회차제목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3923928" y="1793598"/>
            <a:ext cx="1368152" cy="246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5436096" y="1793598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1299738" y="2474929"/>
            <a:ext cx="1080120" cy="79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000" dirty="0" smtClean="0">
                <a:solidFill>
                  <a:schemeClr val="tx1"/>
                </a:solidFill>
              </a:rPr>
              <a:t> 이미지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23928" y="2749755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22" name="직사각형 21"/>
          <p:cNvSpPr/>
          <p:nvPr/>
        </p:nvSpPr>
        <p:spPr>
          <a:xfrm>
            <a:off x="1299738" y="3414821"/>
            <a:ext cx="1080120" cy="79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000" dirty="0" smtClean="0">
                <a:solidFill>
                  <a:schemeClr val="tx1"/>
                </a:solidFill>
              </a:rPr>
              <a:t> 이미지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23928" y="3689647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cxnSp>
        <p:nvCxnSpPr>
          <p:cNvPr id="28" name="직선 연결선 27"/>
          <p:cNvCxnSpPr/>
          <p:nvPr/>
        </p:nvCxnSpPr>
        <p:spPr>
          <a:xfrm>
            <a:off x="1259632" y="1347371"/>
            <a:ext cx="6696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738" y="1080121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이미지</a:t>
            </a:r>
            <a:endParaRPr lang="ko-KR" alt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523874" y="1080121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제목</a:t>
            </a:r>
            <a:endParaRPr lang="ko-KR" alt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3923928" y="1080121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평점</a:t>
            </a:r>
            <a:endParaRPr lang="ko-KR" alt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5436096" y="1080121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46" name="직사각형 45"/>
          <p:cNvSpPr/>
          <p:nvPr/>
        </p:nvSpPr>
        <p:spPr>
          <a:xfrm>
            <a:off x="1299738" y="4371707"/>
            <a:ext cx="1080120" cy="78548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000" dirty="0" smtClean="0">
                <a:solidFill>
                  <a:schemeClr val="tx1"/>
                </a:solidFill>
              </a:rPr>
              <a:t> 이미지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923928" y="4646533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6732240" y="764704"/>
            <a:ext cx="1224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최신순</a:t>
            </a:r>
            <a:r>
              <a:rPr lang="ko-KR" altLang="en-US" sz="1000" dirty="0" smtClean="0"/>
              <a:t>   </a:t>
            </a:r>
            <a:r>
              <a:rPr lang="ko-KR" altLang="en-US" sz="1000" dirty="0" err="1" smtClean="0"/>
              <a:t>회차순</a:t>
            </a:r>
            <a:endParaRPr lang="ko-KR" alt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2523874" y="2749756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N</a:t>
            </a:r>
            <a:r>
              <a:rPr lang="ko-KR" altLang="en-US" sz="1000" dirty="0" smtClean="0"/>
              <a:t>회 </a:t>
            </a:r>
            <a:r>
              <a:rPr lang="ko-KR" altLang="en-US" sz="1000" dirty="0" err="1" smtClean="0"/>
              <a:t>회차제목</a:t>
            </a:r>
            <a:endParaRPr lang="ko-KR" alt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2523874" y="3689646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N</a:t>
            </a:r>
            <a:r>
              <a:rPr lang="ko-KR" altLang="en-US" sz="1000" dirty="0" smtClean="0"/>
              <a:t>회 </a:t>
            </a:r>
            <a:r>
              <a:rPr lang="ko-KR" altLang="en-US" sz="1000" dirty="0" err="1" smtClean="0"/>
              <a:t>회차제목</a:t>
            </a:r>
            <a:endParaRPr lang="ko-KR" alt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2523874" y="4646532"/>
            <a:ext cx="1728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N</a:t>
            </a:r>
            <a:r>
              <a:rPr lang="ko-KR" altLang="en-US" sz="1000" dirty="0" smtClean="0"/>
              <a:t>회 </a:t>
            </a:r>
            <a:r>
              <a:rPr lang="ko-KR" altLang="en-US" sz="1000" dirty="0" err="1" smtClean="0"/>
              <a:t>회차제목</a:t>
            </a:r>
            <a:endParaRPr lang="ko-KR" alt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5436096" y="2749754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36096" y="3689648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5436096" y="4646533"/>
            <a:ext cx="12228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등록일</a:t>
            </a:r>
            <a:endParaRPr lang="ko-KR" alt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6658969" y="1080121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가</a:t>
            </a:r>
            <a:r>
              <a:rPr lang="ko-KR" altLang="en-US" sz="1000" dirty="0"/>
              <a:t>격</a:t>
            </a:r>
            <a:endParaRPr lang="ko-KR" altLang="en-US" sz="1000" dirty="0"/>
          </a:p>
        </p:txBody>
      </p:sp>
      <p:sp>
        <p:nvSpPr>
          <p:cNvPr id="39" name="TextBox 38"/>
          <p:cNvSpPr txBox="1"/>
          <p:nvPr/>
        </p:nvSpPr>
        <p:spPr>
          <a:xfrm>
            <a:off x="6658969" y="1793599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유료</a:t>
            </a:r>
            <a:endParaRPr lang="ko-KR" altLang="en-US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6658969" y="2749756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유</a:t>
            </a:r>
            <a:r>
              <a:rPr lang="ko-KR" altLang="en-US" sz="1000" dirty="0" smtClean="0"/>
              <a:t>료</a:t>
            </a:r>
            <a:endParaRPr lang="ko-KR" alt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6658969" y="3689648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유</a:t>
            </a:r>
            <a:r>
              <a:rPr lang="ko-KR" altLang="en-US" sz="1000" dirty="0" smtClean="0"/>
              <a:t>료</a:t>
            </a:r>
            <a:endParaRPr lang="ko-KR" alt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6658969" y="4646533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무료</a:t>
            </a:r>
            <a:endParaRPr lang="ko-KR" alt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7278167" y="1080121"/>
            <a:ext cx="8653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구</a:t>
            </a:r>
            <a:r>
              <a:rPr lang="ko-KR" altLang="en-US" sz="1000" dirty="0"/>
              <a:t>매</a:t>
            </a:r>
            <a:endParaRPr lang="ko-KR" altLang="en-US" sz="1000" dirty="0"/>
          </a:p>
        </p:txBody>
      </p:sp>
      <p:sp>
        <p:nvSpPr>
          <p:cNvPr id="2" name="직사각형 1"/>
          <p:cNvSpPr/>
          <p:nvPr/>
        </p:nvSpPr>
        <p:spPr>
          <a:xfrm>
            <a:off x="7649290" y="1855154"/>
            <a:ext cx="123111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7649290" y="2811308"/>
            <a:ext cx="123111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7649290" y="3751200"/>
            <a:ext cx="123111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7649290" y="4708087"/>
            <a:ext cx="123111" cy="1231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74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상세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– </a:t>
            </a:r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뷰어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87624" y="764704"/>
            <a:ext cx="237626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 smtClean="0"/>
              <a:t>N</a:t>
            </a:r>
            <a:r>
              <a:rPr lang="ko-KR" altLang="en-US" sz="1300" b="1" dirty="0" smtClean="0"/>
              <a:t>화</a:t>
            </a:r>
            <a:r>
              <a:rPr lang="en-US" altLang="ko-KR" sz="1300" b="1" dirty="0"/>
              <a:t> </a:t>
            </a:r>
            <a:r>
              <a:rPr lang="en-US" altLang="ko-KR" sz="1300" b="1" dirty="0" smtClean="0"/>
              <a:t>   </a:t>
            </a:r>
            <a:r>
              <a:rPr lang="ko-KR" altLang="en-US" sz="1300" b="1" dirty="0" err="1" smtClean="0"/>
              <a:t>회차제목</a:t>
            </a:r>
            <a:endParaRPr lang="ko-KR" altLang="en-US" sz="1300" b="1" dirty="0"/>
          </a:p>
        </p:txBody>
      </p:sp>
      <p:sp>
        <p:nvSpPr>
          <p:cNvPr id="7" name="직사각형 6"/>
          <p:cNvSpPr/>
          <p:nvPr/>
        </p:nvSpPr>
        <p:spPr>
          <a:xfrm>
            <a:off x="1761081" y="1057092"/>
            <a:ext cx="5688632" cy="410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내용 이미지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014733" y="1046701"/>
            <a:ext cx="71287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14732" y="5157192"/>
            <a:ext cx="356439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상단바에</a:t>
            </a:r>
            <a:r>
              <a:rPr lang="ko-KR" altLang="en-US" sz="1300" dirty="0" smtClean="0"/>
              <a:t> 다음화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이전화 가는 버튼 </a:t>
            </a:r>
            <a:endParaRPr lang="en-US" altLang="ko-KR" sz="1300" dirty="0" smtClean="0"/>
          </a:p>
          <a:p>
            <a:r>
              <a:rPr lang="en-US" altLang="ko-KR" sz="1300" dirty="0" smtClean="0"/>
              <a:t>or</a:t>
            </a:r>
          </a:p>
          <a:p>
            <a:r>
              <a:rPr lang="ko-KR" altLang="en-US" sz="1300" dirty="0" smtClean="0"/>
              <a:t>스크롤을 다 내렸을 때 다음화로 갈지 </a:t>
            </a:r>
            <a:endParaRPr lang="en-US" altLang="ko-KR" sz="1300" dirty="0" smtClean="0"/>
          </a:p>
          <a:p>
            <a:r>
              <a:rPr lang="ko-KR" altLang="en-US" sz="1300" dirty="0" smtClean="0"/>
              <a:t>물어보거나</a:t>
            </a:r>
            <a:endParaRPr lang="en-US" altLang="ko-KR" sz="1300" dirty="0" smtClean="0"/>
          </a:p>
          <a:p>
            <a:r>
              <a:rPr lang="en-US" altLang="ko-KR" sz="1300" dirty="0" smtClean="0"/>
              <a:t>or</a:t>
            </a:r>
          </a:p>
          <a:p>
            <a:r>
              <a:rPr lang="ko-KR" altLang="en-US" sz="1300" dirty="0" smtClean="0"/>
              <a:t>페이지 하단에 다음화 버튼</a:t>
            </a:r>
            <a:endParaRPr lang="en-US" altLang="ko-KR" sz="1300" dirty="0" smtClean="0"/>
          </a:p>
          <a:p>
            <a:endParaRPr lang="en-US" altLang="ko-KR" sz="1300" dirty="0" smtClean="0"/>
          </a:p>
        </p:txBody>
      </p:sp>
      <p:sp>
        <p:nvSpPr>
          <p:cNvPr id="34" name="TextBox 33"/>
          <p:cNvSpPr txBox="1"/>
          <p:nvPr/>
        </p:nvSpPr>
        <p:spPr>
          <a:xfrm>
            <a:off x="4587493" y="5157192"/>
            <a:ext cx="355603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회차테이블</a:t>
            </a:r>
            <a:r>
              <a:rPr lang="en-US" altLang="ko-KR" sz="1300" dirty="0"/>
              <a:t> </a:t>
            </a:r>
            <a:r>
              <a:rPr lang="en-US" altLang="ko-KR" sz="1300" dirty="0" smtClean="0"/>
              <a:t>select</a:t>
            </a:r>
          </a:p>
          <a:p>
            <a:r>
              <a:rPr lang="ko-KR" altLang="en-US" sz="1300" dirty="0" err="1" smtClean="0"/>
              <a:t>웹툰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회차제목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내용이미지</a:t>
            </a:r>
            <a:endParaRPr lang="en-US" altLang="ko-KR" sz="13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7236296" y="764704"/>
            <a:ext cx="907230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300" dirty="0" smtClean="0"/>
              <a:t>다음화</a:t>
            </a:r>
            <a:r>
              <a:rPr lang="en-US" altLang="ko-KR" sz="1300" dirty="0" smtClean="0"/>
              <a:t>-&gt;</a:t>
            </a:r>
            <a:endParaRPr lang="ko-KR" altLang="en-US"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6322170" y="764704"/>
            <a:ext cx="907230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300" dirty="0" smtClean="0"/>
              <a:t>&lt;-</a:t>
            </a:r>
            <a:r>
              <a:rPr lang="ko-KR" altLang="en-US" sz="1300" dirty="0" smtClean="0"/>
              <a:t>이전화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88992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도</a:t>
            </a:r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전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목록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4732" y="5157192"/>
            <a:ext cx="356439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smtClean="0"/>
              <a:t>장르별로 완결된 </a:t>
            </a:r>
            <a:r>
              <a:rPr lang="ko-KR" altLang="en-US" sz="1300" dirty="0" err="1" smtClean="0"/>
              <a:t>웹툰</a:t>
            </a:r>
            <a:r>
              <a:rPr lang="ko-KR" altLang="en-US" sz="1300" dirty="0" smtClean="0"/>
              <a:t> 정렬</a:t>
            </a:r>
            <a:endParaRPr lang="en-US" altLang="ko-KR" sz="1300" dirty="0" smtClean="0"/>
          </a:p>
          <a:p>
            <a:r>
              <a:rPr lang="en-US" altLang="ko-KR" sz="1300" dirty="0" smtClean="0"/>
              <a:t>(</a:t>
            </a:r>
            <a:r>
              <a:rPr lang="ko-KR" altLang="en-US" sz="1300" dirty="0" smtClean="0"/>
              <a:t>가장 최근 완결된 작품부터</a:t>
            </a:r>
            <a:r>
              <a:rPr lang="en-US" altLang="ko-KR" sz="1300" dirty="0" smtClean="0"/>
              <a:t>)</a:t>
            </a:r>
            <a:endParaRPr lang="en-US" altLang="ko-KR" sz="1300" dirty="0"/>
          </a:p>
          <a:p>
            <a:endParaRPr lang="en-US" altLang="ko-KR" sz="1300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4587493" y="5157192"/>
            <a:ext cx="355603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웹툰테이블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w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웹툰회차테이블</a:t>
            </a:r>
            <a:r>
              <a:rPr lang="ko-KR" altLang="en-US" sz="1300" dirty="0" smtClean="0"/>
              <a:t> </a:t>
            </a:r>
            <a:r>
              <a:rPr lang="en-US" altLang="ko-KR" sz="1300" dirty="0" err="1" smtClean="0"/>
              <a:t>wn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join select</a:t>
            </a:r>
          </a:p>
          <a:p>
            <a:endParaRPr lang="en-US" altLang="ko-KR" sz="1300" dirty="0"/>
          </a:p>
          <a:p>
            <a:r>
              <a:rPr lang="en-US" altLang="ko-KR" sz="1300" dirty="0" smtClean="0"/>
              <a:t>w.</a:t>
            </a:r>
            <a:r>
              <a:rPr lang="ko-KR" altLang="en-US" sz="1300" dirty="0" smtClean="0"/>
              <a:t>대표이미지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이미지</a:t>
            </a:r>
            <a:r>
              <a:rPr lang="en-US" altLang="ko-KR" sz="1300" dirty="0" smtClean="0"/>
              <a:t>), w.</a:t>
            </a:r>
            <a:r>
              <a:rPr lang="ko-KR" altLang="en-US" sz="1300" dirty="0" smtClean="0"/>
              <a:t>제목</a:t>
            </a:r>
            <a:r>
              <a:rPr lang="en-US" altLang="ko-KR" sz="1300" dirty="0" smtClean="0"/>
              <a:t>, w.</a:t>
            </a:r>
            <a:r>
              <a:rPr lang="ko-KR" altLang="en-US" sz="1300" dirty="0" err="1" smtClean="0"/>
              <a:t>작가명</a:t>
            </a:r>
            <a:r>
              <a:rPr lang="en-US" altLang="ko-KR" sz="1300" dirty="0" smtClean="0"/>
              <a:t>,  w.</a:t>
            </a:r>
            <a:r>
              <a:rPr lang="ko-KR" altLang="en-US" sz="1300" dirty="0" smtClean="0"/>
              <a:t>장르</a:t>
            </a:r>
            <a:r>
              <a:rPr lang="en-US" altLang="ko-KR" sz="1300" dirty="0" smtClean="0"/>
              <a:t>,</a:t>
            </a:r>
          </a:p>
          <a:p>
            <a:r>
              <a:rPr lang="en-US" altLang="ko-KR" sz="1300" dirty="0" err="1" smtClean="0"/>
              <a:t>wn</a:t>
            </a:r>
            <a:r>
              <a:rPr lang="en-US" altLang="ko-KR" sz="1300" dirty="0" smtClean="0"/>
              <a:t>.</a:t>
            </a:r>
            <a:r>
              <a:rPr lang="ko-KR" altLang="en-US" sz="1300" dirty="0" smtClean="0"/>
              <a:t>완결여부</a:t>
            </a:r>
            <a:r>
              <a:rPr lang="en-US" altLang="ko-KR" sz="1300" dirty="0" smtClean="0"/>
              <a:t>, </a:t>
            </a:r>
            <a:r>
              <a:rPr lang="en-US" altLang="ko-KR" sz="1300" dirty="0" err="1" smtClean="0"/>
              <a:t>wn</a:t>
            </a:r>
            <a:r>
              <a:rPr lang="en-US" altLang="ko-KR" sz="1300" dirty="0" smtClean="0"/>
              <a:t>.</a:t>
            </a:r>
            <a:r>
              <a:rPr lang="ko-KR" altLang="en-US" sz="1300" dirty="0" smtClean="0"/>
              <a:t>등록날짜</a:t>
            </a:r>
            <a:r>
              <a:rPr lang="en-US" altLang="ko-KR" sz="1300" dirty="0" smtClean="0"/>
              <a:t>(</a:t>
            </a:r>
            <a:r>
              <a:rPr lang="ko-KR" altLang="en-US" sz="1300" dirty="0" err="1" smtClean="0"/>
              <a:t>완결회차</a:t>
            </a:r>
            <a:r>
              <a:rPr lang="en-US" altLang="ko-KR" sz="1300" dirty="0" smtClean="0"/>
              <a:t>),</a:t>
            </a:r>
          </a:p>
          <a:p>
            <a:endParaRPr lang="en-US" altLang="ko-KR" sz="1300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014733" y="764704"/>
            <a:ext cx="7128793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상단메뉴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26801" y="2632556"/>
            <a:ext cx="59046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일상   학원</a:t>
            </a:r>
            <a:r>
              <a:rPr lang="en-US" altLang="ko-KR" sz="1300" dirty="0" smtClean="0"/>
              <a:t>   </a:t>
            </a:r>
            <a:r>
              <a:rPr lang="ko-KR" altLang="en-US" sz="1300" dirty="0" smtClean="0"/>
              <a:t>개그   판타지   액션   로맨스   드라마</a:t>
            </a:r>
            <a:r>
              <a:rPr lang="en-US" altLang="ko-KR" sz="1300" dirty="0" smtClean="0"/>
              <a:t>   </a:t>
            </a:r>
            <a:r>
              <a:rPr lang="ko-KR" altLang="en-US" sz="1300" dirty="0" smtClean="0"/>
              <a:t>스릴러</a:t>
            </a:r>
            <a:endParaRPr lang="ko-KR" altLang="en-US" sz="1300" dirty="0"/>
          </a:p>
        </p:txBody>
      </p:sp>
      <p:sp>
        <p:nvSpPr>
          <p:cNvPr id="8" name="직사각형 7"/>
          <p:cNvSpPr/>
          <p:nvPr/>
        </p:nvSpPr>
        <p:spPr>
          <a:xfrm>
            <a:off x="1506829" y="3140968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63013" y="3140968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819197" y="3140968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403373" y="3140968"/>
            <a:ext cx="1368152" cy="11521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6829" y="429309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3163013" y="429309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4819197" y="429309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6403373" y="429309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/>
              <a:t>웹툰</a:t>
            </a:r>
            <a:r>
              <a:rPr lang="ko-KR" altLang="en-US" sz="1000" dirty="0" smtClean="0"/>
              <a:t> 제목</a:t>
            </a:r>
            <a:endParaRPr lang="ko-KR" alt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1506829" y="451127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3163013" y="451127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819197" y="451127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6403373" y="451127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/>
              <a:t>작가명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1506829" y="3140968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170103" y="3140968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4819926" y="3140968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6403373" y="3140968"/>
            <a:ext cx="1368152" cy="161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259631" y="1979548"/>
            <a:ext cx="410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/>
              <a:t>도전웹툰</a:t>
            </a:r>
            <a:r>
              <a:rPr lang="ko-KR" altLang="en-US" sz="1500" b="1" dirty="0" smtClean="0"/>
              <a:t> </a:t>
            </a:r>
            <a:r>
              <a:rPr lang="ko-KR" altLang="en-US" sz="1000" dirty="0" err="1" smtClean="0"/>
              <a:t>도전웹툰은</a:t>
            </a:r>
            <a:r>
              <a:rPr lang="ko-KR" altLang="en-US" sz="1000" dirty="0" smtClean="0"/>
              <a:t> 누구나 참여할 수 있는 </a:t>
            </a:r>
            <a:r>
              <a:rPr lang="ko-KR" altLang="en-US" sz="1000" dirty="0" err="1" smtClean="0"/>
              <a:t>콘텐츠</a:t>
            </a:r>
            <a:r>
              <a:rPr lang="ko-KR" altLang="en-US" sz="1000" dirty="0" smtClean="0"/>
              <a:t> 입니다</a:t>
            </a:r>
            <a:r>
              <a:rPr lang="en-US" altLang="ko-KR" sz="1500" b="1" dirty="0" smtClean="0"/>
              <a:t> </a:t>
            </a:r>
            <a:endParaRPr lang="ko-KR" altLang="en-US" sz="1000" b="1" dirty="0"/>
          </a:p>
        </p:txBody>
      </p:sp>
      <p:sp>
        <p:nvSpPr>
          <p:cNvPr id="7" name="직사각형 6"/>
          <p:cNvSpPr/>
          <p:nvPr/>
        </p:nvSpPr>
        <p:spPr>
          <a:xfrm>
            <a:off x="6475381" y="1979548"/>
            <a:ext cx="1296144" cy="297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도전웹툰</a:t>
            </a:r>
            <a:r>
              <a:rPr lang="ko-KR" altLang="en-US" sz="1000" dirty="0" smtClean="0">
                <a:solidFill>
                  <a:schemeClr val="tx1"/>
                </a:solidFill>
              </a:rPr>
              <a:t> 참여하기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12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도전웹툰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상세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상단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4732" y="5157192"/>
            <a:ext cx="356439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도</a:t>
            </a:r>
            <a:r>
              <a:rPr lang="ko-KR" altLang="en-US" sz="1300" dirty="0" err="1"/>
              <a:t>전</a:t>
            </a:r>
            <a:r>
              <a:rPr lang="ko-KR" altLang="en-US" sz="1300" dirty="0" err="1" smtClean="0"/>
              <a:t>웹툰의</a:t>
            </a:r>
            <a:r>
              <a:rPr lang="ko-KR" altLang="en-US" sz="1300" dirty="0" smtClean="0"/>
              <a:t> 상세 정보표시</a:t>
            </a:r>
            <a:endParaRPr lang="en-US" altLang="ko-KR" sz="1300" dirty="0" smtClean="0"/>
          </a:p>
          <a:p>
            <a:r>
              <a:rPr lang="ko-KR" altLang="en-US" sz="1300" dirty="0" err="1" smtClean="0"/>
              <a:t>관심웹툰</a:t>
            </a:r>
            <a:r>
              <a:rPr lang="ko-KR" altLang="en-US" sz="1300" dirty="0" smtClean="0"/>
              <a:t> 데이터 업데이트</a:t>
            </a:r>
            <a:endParaRPr lang="en-US" altLang="ko-KR" sz="1300" dirty="0" smtClean="0"/>
          </a:p>
          <a:p>
            <a:r>
              <a:rPr lang="ko-KR" altLang="en-US" sz="1300" dirty="0" smtClean="0"/>
              <a:t>첫 회보기 클릭 시 첫 회로 바로 이동</a:t>
            </a:r>
            <a:endParaRPr lang="en-US" altLang="ko-KR" sz="1300" dirty="0" smtClean="0"/>
          </a:p>
          <a:p>
            <a:r>
              <a:rPr lang="ko-KR" altLang="en-US" sz="1300" dirty="0" err="1" smtClean="0"/>
              <a:t>최신순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회차순</a:t>
            </a:r>
            <a:r>
              <a:rPr lang="ko-KR" altLang="en-US" sz="1300" dirty="0" smtClean="0"/>
              <a:t> 정렬</a:t>
            </a:r>
            <a:endParaRPr lang="en-US" altLang="ko-KR" sz="1300" dirty="0" smtClean="0"/>
          </a:p>
          <a:p>
            <a:r>
              <a:rPr lang="ko-KR" altLang="en-US" sz="1300" dirty="0" smtClean="0"/>
              <a:t>작가의 </a:t>
            </a:r>
            <a:r>
              <a:rPr lang="ko-KR" altLang="en-US" sz="1300" dirty="0" err="1" smtClean="0"/>
              <a:t>다른작품</a:t>
            </a:r>
            <a:r>
              <a:rPr lang="ko-KR" altLang="en-US" sz="1300" dirty="0" smtClean="0"/>
              <a:t> 페이지이동</a:t>
            </a:r>
            <a:endParaRPr lang="en-US" altLang="ko-KR" sz="1300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4587493" y="5157192"/>
            <a:ext cx="355603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r>
              <a:rPr lang="ko-KR" altLang="en-US" sz="1300" dirty="0" err="1" smtClean="0"/>
              <a:t>도전웹툰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회차테이블</a:t>
            </a:r>
            <a:r>
              <a:rPr lang="en-US" altLang="ko-KR" sz="1300" dirty="0" smtClean="0"/>
              <a:t> 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join select</a:t>
            </a:r>
            <a:endParaRPr lang="en-US" altLang="ko-KR" sz="1300" dirty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도전웹툰테이블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- </a:t>
            </a:r>
            <a:r>
              <a:rPr lang="ko-KR" altLang="en-US" sz="1300" dirty="0" smtClean="0"/>
              <a:t>대표이미지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이미지</a:t>
            </a:r>
            <a:r>
              <a:rPr lang="en-US" altLang="ko-KR" sz="1300" dirty="0" smtClean="0"/>
              <a:t>), </a:t>
            </a:r>
            <a:r>
              <a:rPr lang="ko-KR" altLang="en-US" sz="1300" dirty="0" smtClean="0"/>
              <a:t>제목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작가명</a:t>
            </a:r>
            <a:r>
              <a:rPr lang="en-US" altLang="ko-KR" sz="1300" dirty="0" smtClean="0"/>
              <a:t>,  </a:t>
            </a:r>
            <a:r>
              <a:rPr lang="ko-KR" altLang="en-US" sz="1300" dirty="0" smtClean="0"/>
              <a:t>장르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연재요일</a:t>
            </a:r>
            <a:endParaRPr lang="en-US" altLang="ko-KR" sz="1300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도전웹툰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회차테이블</a:t>
            </a:r>
            <a:r>
              <a:rPr lang="ko-KR" altLang="en-US" sz="1300" dirty="0" smtClean="0"/>
              <a:t> </a:t>
            </a:r>
            <a:r>
              <a:rPr lang="en-US" altLang="ko-KR" sz="1300" dirty="0"/>
              <a:t>- </a:t>
            </a:r>
            <a:r>
              <a:rPr lang="ko-KR" altLang="en-US" sz="1300" dirty="0" err="1" smtClean="0"/>
              <a:t>회차이미지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회차제목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</a:t>
            </a:r>
            <a:r>
              <a:rPr lang="ko-KR" altLang="en-US" sz="1300" dirty="0" smtClean="0"/>
              <a:t> </a:t>
            </a:r>
            <a:r>
              <a:rPr lang="ko-KR" altLang="en-US" sz="1300" dirty="0" smtClean="0"/>
              <a:t>평점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등록일</a:t>
            </a:r>
            <a:endParaRPr lang="en-US" altLang="ko-KR" sz="1300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014733" y="764704"/>
            <a:ext cx="7128793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상단메뉴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293330" y="2204864"/>
            <a:ext cx="3422685" cy="23762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</a:rPr>
              <a:t>대표이미지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43945" y="2204864"/>
            <a:ext cx="30124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 err="1" smtClean="0"/>
              <a:t>웹툰</a:t>
            </a:r>
            <a:r>
              <a:rPr lang="ko-KR" altLang="en-US" sz="1500" b="1" dirty="0" smtClean="0"/>
              <a:t> 제목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제목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</a:t>
            </a:r>
            <a:r>
              <a:rPr lang="ko-KR" altLang="en-US" sz="1500" b="1" dirty="0" smtClean="0"/>
              <a:t>제목</a:t>
            </a:r>
            <a:r>
              <a:rPr lang="ko-KR" altLang="en-US" sz="1500" b="1" dirty="0"/>
              <a:t>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제목 </a:t>
            </a:r>
            <a:r>
              <a:rPr lang="ko-KR" altLang="en-US" sz="1500" b="1" dirty="0" err="1"/>
              <a:t>웹툰</a:t>
            </a:r>
            <a:r>
              <a:rPr lang="ko-KR" altLang="en-US" sz="1500" b="1" dirty="0"/>
              <a:t> 제목 </a:t>
            </a:r>
            <a:r>
              <a:rPr lang="ko-KR" altLang="en-US" sz="1500" b="1" dirty="0" smtClean="0"/>
              <a:t> </a:t>
            </a:r>
            <a:r>
              <a:rPr lang="en-US" altLang="ko-KR" sz="1500" b="1" dirty="0" smtClean="0"/>
              <a:t>	</a:t>
            </a:r>
            <a:endParaRPr lang="ko-KR" altLang="en-US" sz="1500" dirty="0"/>
          </a:p>
        </p:txBody>
      </p:sp>
      <p:sp>
        <p:nvSpPr>
          <p:cNvPr id="32" name="TextBox 31"/>
          <p:cNvSpPr txBox="1"/>
          <p:nvPr/>
        </p:nvSpPr>
        <p:spPr>
          <a:xfrm>
            <a:off x="4943944" y="2755185"/>
            <a:ext cx="3012432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작가명</a:t>
            </a:r>
            <a:endParaRPr lang="en-US" altLang="ko-KR" sz="1000" dirty="0" smtClean="0"/>
          </a:p>
          <a:p>
            <a:endParaRPr lang="en-US" altLang="ko-KR" sz="1300" dirty="0"/>
          </a:p>
          <a:p>
            <a:r>
              <a:rPr lang="ko-KR" altLang="en-US" sz="1000" dirty="0" smtClean="0"/>
              <a:t>내용설명 내용설명 내용설명 내용설명 내용설명 내용설명 내용설명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ko-KR" altLang="en-US" sz="1000" dirty="0" smtClean="0"/>
              <a:t>장르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액션</a:t>
            </a:r>
            <a:endParaRPr lang="en-US" altLang="ko-KR" sz="1000" dirty="0" smtClean="0"/>
          </a:p>
          <a:p>
            <a:r>
              <a:rPr lang="ko-KR" altLang="en-US" sz="1000" dirty="0" smtClean="0"/>
              <a:t>최근 업로드 </a:t>
            </a:r>
            <a:r>
              <a:rPr lang="en-US" altLang="ko-KR" sz="1000" dirty="0" smtClean="0"/>
              <a:t>: 2020-04-01</a:t>
            </a:r>
            <a:endParaRPr lang="ko-KR" altLang="en-US" sz="1300" dirty="0"/>
          </a:p>
        </p:txBody>
      </p:sp>
      <p:sp>
        <p:nvSpPr>
          <p:cNvPr id="44" name="직사각형 43"/>
          <p:cNvSpPr/>
          <p:nvPr/>
        </p:nvSpPr>
        <p:spPr>
          <a:xfrm>
            <a:off x="4976574" y="4293096"/>
            <a:ext cx="891569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첫 회 보기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940152" y="4293096"/>
            <a:ext cx="1152128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작가의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다른작품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259632" y="4869160"/>
            <a:ext cx="6696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0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도전웹툰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상세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하</a:t>
            </a:r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단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 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1259632" y="1059339"/>
            <a:ext cx="6696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403648" y="1518772"/>
            <a:ext cx="1080120" cy="79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300" dirty="0" smtClean="0">
                <a:solidFill>
                  <a:schemeClr val="tx1"/>
                </a:solidFill>
              </a:rPr>
              <a:t> 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3808" y="1755127"/>
            <a:ext cx="23762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/>
              <a:t>N</a:t>
            </a:r>
            <a:r>
              <a:rPr lang="ko-KR" altLang="en-US" sz="1500" dirty="0" smtClean="0"/>
              <a:t>회 </a:t>
            </a:r>
            <a:r>
              <a:rPr lang="ko-KR" altLang="en-US" sz="1500" dirty="0" err="1" smtClean="0"/>
              <a:t>회차제목</a:t>
            </a:r>
            <a:endParaRPr lang="ko-KR" altLang="en-US" sz="1500" dirty="0"/>
          </a:p>
        </p:txBody>
      </p:sp>
      <p:sp>
        <p:nvSpPr>
          <p:cNvPr id="16" name="TextBox 15"/>
          <p:cNvSpPr txBox="1"/>
          <p:nvPr/>
        </p:nvSpPr>
        <p:spPr>
          <a:xfrm>
            <a:off x="5292080" y="1793598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6516216" y="1770516"/>
            <a:ext cx="16561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등록일</a:t>
            </a:r>
            <a:endParaRPr lang="ko-KR" altLang="en-US" sz="1300" dirty="0"/>
          </a:p>
        </p:txBody>
      </p:sp>
      <p:sp>
        <p:nvSpPr>
          <p:cNvPr id="18" name="직사각형 17"/>
          <p:cNvSpPr/>
          <p:nvPr/>
        </p:nvSpPr>
        <p:spPr>
          <a:xfrm>
            <a:off x="1403648" y="2474929"/>
            <a:ext cx="1080120" cy="79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300" dirty="0" smtClean="0">
                <a:solidFill>
                  <a:schemeClr val="tx1"/>
                </a:solidFill>
              </a:rPr>
              <a:t> 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43808" y="2711284"/>
            <a:ext cx="23762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/>
              <a:t>N</a:t>
            </a:r>
            <a:r>
              <a:rPr lang="ko-KR" altLang="en-US" sz="1500" dirty="0" smtClean="0"/>
              <a:t>회 </a:t>
            </a:r>
            <a:r>
              <a:rPr lang="ko-KR" altLang="en-US" sz="1500" dirty="0" err="1" smtClean="0"/>
              <a:t>회차제목</a:t>
            </a:r>
            <a:endParaRPr lang="ko-KR" altLang="en-US" sz="1500" dirty="0"/>
          </a:p>
        </p:txBody>
      </p:sp>
      <p:sp>
        <p:nvSpPr>
          <p:cNvPr id="20" name="TextBox 19"/>
          <p:cNvSpPr txBox="1"/>
          <p:nvPr/>
        </p:nvSpPr>
        <p:spPr>
          <a:xfrm>
            <a:off x="5292080" y="2749755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6516216" y="2726673"/>
            <a:ext cx="16561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등록일</a:t>
            </a:r>
            <a:endParaRPr lang="ko-KR" altLang="en-US" sz="1300" dirty="0"/>
          </a:p>
        </p:txBody>
      </p:sp>
      <p:sp>
        <p:nvSpPr>
          <p:cNvPr id="22" name="직사각형 21"/>
          <p:cNvSpPr/>
          <p:nvPr/>
        </p:nvSpPr>
        <p:spPr>
          <a:xfrm>
            <a:off x="1403648" y="3414821"/>
            <a:ext cx="1080120" cy="79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300" dirty="0" smtClean="0">
                <a:solidFill>
                  <a:schemeClr val="tx1"/>
                </a:solidFill>
              </a:rPr>
              <a:t> 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43808" y="3651176"/>
            <a:ext cx="23762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/>
              <a:t>N</a:t>
            </a:r>
            <a:r>
              <a:rPr lang="ko-KR" altLang="en-US" sz="1500" dirty="0" smtClean="0"/>
              <a:t>회 </a:t>
            </a:r>
            <a:r>
              <a:rPr lang="ko-KR" altLang="en-US" sz="1500" dirty="0" err="1" smtClean="0"/>
              <a:t>회차제목</a:t>
            </a:r>
            <a:endParaRPr lang="ko-KR" altLang="en-US" sz="1500" dirty="0"/>
          </a:p>
        </p:txBody>
      </p:sp>
      <p:sp>
        <p:nvSpPr>
          <p:cNvPr id="24" name="TextBox 23"/>
          <p:cNvSpPr txBox="1"/>
          <p:nvPr/>
        </p:nvSpPr>
        <p:spPr>
          <a:xfrm>
            <a:off x="5292080" y="3689647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6516216" y="3666565"/>
            <a:ext cx="16561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등록일</a:t>
            </a:r>
            <a:endParaRPr lang="ko-KR" altLang="en-US" sz="1300" dirty="0"/>
          </a:p>
        </p:txBody>
      </p:sp>
      <p:cxnSp>
        <p:nvCxnSpPr>
          <p:cNvPr id="28" name="직선 연결선 27"/>
          <p:cNvCxnSpPr/>
          <p:nvPr/>
        </p:nvCxnSpPr>
        <p:spPr>
          <a:xfrm>
            <a:off x="1259632" y="1347371"/>
            <a:ext cx="6696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03648" y="1059339"/>
            <a:ext cx="10801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mtClean="0"/>
              <a:t>이미지</a:t>
            </a:r>
            <a:endParaRPr lang="ko-KR" altLang="en-US" sz="1300"/>
          </a:p>
        </p:txBody>
      </p:sp>
      <p:sp>
        <p:nvSpPr>
          <p:cNvPr id="29" name="TextBox 28"/>
          <p:cNvSpPr txBox="1"/>
          <p:nvPr/>
        </p:nvSpPr>
        <p:spPr>
          <a:xfrm>
            <a:off x="2846334" y="1059339"/>
            <a:ext cx="24457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mtClean="0"/>
              <a:t>제목</a:t>
            </a:r>
            <a:endParaRPr lang="ko-KR" altLang="en-US"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206" y="1059339"/>
            <a:ext cx="122287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평점</a:t>
            </a:r>
            <a:endParaRPr lang="ko-KR" altLang="en-US" sz="1300" dirty="0"/>
          </a:p>
        </p:txBody>
      </p:sp>
      <p:sp>
        <p:nvSpPr>
          <p:cNvPr id="31" name="TextBox 30"/>
          <p:cNvSpPr txBox="1"/>
          <p:nvPr/>
        </p:nvSpPr>
        <p:spPr>
          <a:xfrm>
            <a:off x="6709079" y="1059339"/>
            <a:ext cx="122287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등록일</a:t>
            </a:r>
            <a:endParaRPr lang="ko-KR" altLang="en-US" sz="1300" dirty="0"/>
          </a:p>
        </p:txBody>
      </p:sp>
      <p:sp>
        <p:nvSpPr>
          <p:cNvPr id="46" name="직사각형 45"/>
          <p:cNvSpPr/>
          <p:nvPr/>
        </p:nvSpPr>
        <p:spPr>
          <a:xfrm>
            <a:off x="1403648" y="4371707"/>
            <a:ext cx="1080120" cy="78548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err="1" smtClean="0">
                <a:solidFill>
                  <a:schemeClr val="tx1"/>
                </a:solidFill>
              </a:rPr>
              <a:t>회차</a:t>
            </a:r>
            <a:r>
              <a:rPr lang="ko-KR" altLang="en-US" sz="1300" dirty="0" smtClean="0">
                <a:solidFill>
                  <a:schemeClr val="tx1"/>
                </a:solidFill>
              </a:rPr>
              <a:t> 이미지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843808" y="4608062"/>
            <a:ext cx="23762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/>
              <a:t>N</a:t>
            </a:r>
            <a:r>
              <a:rPr lang="ko-KR" altLang="en-US" sz="1500" dirty="0" smtClean="0"/>
              <a:t>회 </a:t>
            </a:r>
            <a:r>
              <a:rPr lang="ko-KR" altLang="en-US" sz="1500" dirty="0" err="1" smtClean="0"/>
              <a:t>회차제목</a:t>
            </a:r>
            <a:endParaRPr lang="ko-KR" altLang="en-US" sz="1500" dirty="0"/>
          </a:p>
        </p:txBody>
      </p:sp>
      <p:sp>
        <p:nvSpPr>
          <p:cNvPr id="48" name="TextBox 47"/>
          <p:cNvSpPr txBox="1"/>
          <p:nvPr/>
        </p:nvSpPr>
        <p:spPr>
          <a:xfrm>
            <a:off x="5292080" y="4646533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★★★★☆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평점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49" name="TextBox 48"/>
          <p:cNvSpPr txBox="1"/>
          <p:nvPr/>
        </p:nvSpPr>
        <p:spPr>
          <a:xfrm>
            <a:off x="6516216" y="4623451"/>
            <a:ext cx="16561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등록일</a:t>
            </a:r>
            <a:endParaRPr lang="ko-KR" altLang="en-US" sz="1300" dirty="0"/>
          </a:p>
        </p:txBody>
      </p:sp>
      <p:sp>
        <p:nvSpPr>
          <p:cNvPr id="50" name="TextBox 49"/>
          <p:cNvSpPr txBox="1"/>
          <p:nvPr/>
        </p:nvSpPr>
        <p:spPr>
          <a:xfrm>
            <a:off x="6732240" y="764704"/>
            <a:ext cx="1224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최신순</a:t>
            </a:r>
            <a:r>
              <a:rPr lang="ko-KR" altLang="en-US" sz="1000" dirty="0" smtClean="0"/>
              <a:t>   </a:t>
            </a:r>
            <a:r>
              <a:rPr lang="ko-KR" altLang="en-US" sz="1000" dirty="0" err="1" smtClean="0"/>
              <a:t>회차순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8947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14733" y="764704"/>
            <a:ext cx="7128793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97863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도전웹툰</a:t>
            </a:r>
            <a:r>
              <a:rPr lang="ko-KR" altLang="en-US" dirty="0" smtClean="0">
                <a:latin typeface="나눔스퀘어 ExtraBold" pitchFamily="50" charset="-127"/>
                <a:ea typeface="나눔스퀘어 ExtraBold" pitchFamily="50" charset="-127"/>
              </a:rPr>
              <a:t> 상세 </a:t>
            </a:r>
            <a:r>
              <a:rPr lang="en-US" altLang="ko-KR" dirty="0" smtClean="0">
                <a:latin typeface="나눔스퀘어 ExtraBold" pitchFamily="50" charset="-127"/>
                <a:ea typeface="나눔스퀘어 ExtraBold" pitchFamily="50" charset="-127"/>
              </a:rPr>
              <a:t>- </a:t>
            </a:r>
            <a:r>
              <a:rPr lang="ko-KR" altLang="en-US" dirty="0" err="1" smtClean="0">
                <a:latin typeface="나눔스퀘어 ExtraBold" pitchFamily="50" charset="-127"/>
                <a:ea typeface="나눔스퀘어 ExtraBold" pitchFamily="50" charset="-127"/>
              </a:rPr>
              <a:t>웹툰뷰</a:t>
            </a:r>
            <a:r>
              <a:rPr lang="ko-KR" altLang="en-US" dirty="0" err="1">
                <a:latin typeface="나눔스퀘어 ExtraBold" pitchFamily="50" charset="-127"/>
                <a:ea typeface="나눔스퀘어 ExtraBold" pitchFamily="50" charset="-127"/>
              </a:rPr>
              <a:t>어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87624" y="764704"/>
            <a:ext cx="237626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 smtClean="0"/>
              <a:t>N</a:t>
            </a:r>
            <a:r>
              <a:rPr lang="ko-KR" altLang="en-US" sz="1300" b="1" dirty="0" smtClean="0"/>
              <a:t>화</a:t>
            </a:r>
            <a:r>
              <a:rPr lang="en-US" altLang="ko-KR" sz="1300" b="1" dirty="0"/>
              <a:t> </a:t>
            </a:r>
            <a:r>
              <a:rPr lang="en-US" altLang="ko-KR" sz="1300" b="1" dirty="0" smtClean="0"/>
              <a:t>   </a:t>
            </a:r>
            <a:r>
              <a:rPr lang="ko-KR" altLang="en-US" sz="1300" b="1" dirty="0" err="1" smtClean="0"/>
              <a:t>회차제목</a:t>
            </a:r>
            <a:endParaRPr lang="ko-KR" altLang="en-US" sz="1300" b="1" dirty="0"/>
          </a:p>
        </p:txBody>
      </p:sp>
      <p:sp>
        <p:nvSpPr>
          <p:cNvPr id="7" name="직사각형 6"/>
          <p:cNvSpPr/>
          <p:nvPr/>
        </p:nvSpPr>
        <p:spPr>
          <a:xfrm>
            <a:off x="1761081" y="1057092"/>
            <a:ext cx="5688632" cy="410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내용 이미지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014733" y="1046701"/>
            <a:ext cx="71287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14732" y="5157192"/>
            <a:ext cx="356439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구현할 기능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상단바에</a:t>
            </a:r>
            <a:r>
              <a:rPr lang="ko-KR" altLang="en-US" sz="1300" dirty="0" smtClean="0"/>
              <a:t> 다음화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이전화 가는 버튼 </a:t>
            </a:r>
            <a:endParaRPr lang="en-US" altLang="ko-KR" sz="1300" dirty="0" smtClean="0"/>
          </a:p>
          <a:p>
            <a:r>
              <a:rPr lang="en-US" altLang="ko-KR" sz="1300" dirty="0" smtClean="0"/>
              <a:t>or</a:t>
            </a:r>
          </a:p>
          <a:p>
            <a:r>
              <a:rPr lang="ko-KR" altLang="en-US" sz="1300" dirty="0" smtClean="0"/>
              <a:t>스크롤을 다 내렸을 때 다음화로 갈지 </a:t>
            </a:r>
            <a:endParaRPr lang="en-US" altLang="ko-KR" sz="1300" dirty="0" smtClean="0"/>
          </a:p>
          <a:p>
            <a:r>
              <a:rPr lang="ko-KR" altLang="en-US" sz="1300" dirty="0" smtClean="0"/>
              <a:t>물어보거나</a:t>
            </a:r>
            <a:endParaRPr lang="en-US" altLang="ko-KR" sz="1300" dirty="0" smtClean="0"/>
          </a:p>
          <a:p>
            <a:r>
              <a:rPr lang="en-US" altLang="ko-KR" sz="1300" dirty="0" smtClean="0"/>
              <a:t>or</a:t>
            </a:r>
          </a:p>
          <a:p>
            <a:r>
              <a:rPr lang="ko-KR" altLang="en-US" sz="1300" dirty="0" smtClean="0"/>
              <a:t>페이지 하단에 다음화 버튼</a:t>
            </a:r>
            <a:endParaRPr lang="en-US" altLang="ko-KR" sz="1300" dirty="0" smtClean="0"/>
          </a:p>
          <a:p>
            <a:endParaRPr lang="en-US" altLang="ko-KR" sz="1300" dirty="0" smtClean="0"/>
          </a:p>
        </p:txBody>
      </p:sp>
      <p:sp>
        <p:nvSpPr>
          <p:cNvPr id="34" name="TextBox 33"/>
          <p:cNvSpPr txBox="1"/>
          <p:nvPr/>
        </p:nvSpPr>
        <p:spPr>
          <a:xfrm>
            <a:off x="4587493" y="5157192"/>
            <a:ext cx="355603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 smtClean="0"/>
              <a:t>필요 테이블</a:t>
            </a:r>
            <a:r>
              <a:rPr lang="en-US" altLang="ko-KR" sz="1300" b="1" dirty="0" smtClean="0"/>
              <a:t>&amp;</a:t>
            </a:r>
            <a:r>
              <a:rPr lang="ko-KR" altLang="en-US" sz="1300" b="1" dirty="0" err="1" smtClean="0"/>
              <a:t>컬럼</a:t>
            </a:r>
            <a:endParaRPr lang="en-US" altLang="ko-KR" sz="1300" b="1" dirty="0" smtClean="0"/>
          </a:p>
          <a:p>
            <a:endParaRPr lang="en-US" altLang="ko-KR" sz="1300" dirty="0" smtClean="0"/>
          </a:p>
          <a:p>
            <a:r>
              <a:rPr lang="ko-KR" altLang="en-US" sz="1300" dirty="0" err="1" smtClean="0"/>
              <a:t>도</a:t>
            </a:r>
            <a:r>
              <a:rPr lang="ko-KR" altLang="en-US" sz="1300" dirty="0" err="1"/>
              <a:t>전</a:t>
            </a:r>
            <a:r>
              <a:rPr lang="ko-KR" altLang="en-US" sz="1300" dirty="0" err="1" smtClean="0"/>
              <a:t>웹툰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회차테이블</a:t>
            </a:r>
            <a:r>
              <a:rPr lang="en-US" altLang="ko-KR" sz="1300" dirty="0"/>
              <a:t> </a:t>
            </a:r>
            <a:r>
              <a:rPr lang="en-US" altLang="ko-KR" sz="1300" dirty="0" smtClean="0"/>
              <a:t>select</a:t>
            </a:r>
          </a:p>
          <a:p>
            <a:r>
              <a:rPr lang="ko-KR" altLang="en-US" sz="1300" dirty="0" err="1" smtClean="0"/>
              <a:t>도전웹툰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회차</a:t>
            </a:r>
            <a:r>
              <a:rPr lang="en-US" altLang="ko-KR" sz="1300" dirty="0" smtClean="0"/>
              <a:t>, </a:t>
            </a:r>
            <a:r>
              <a:rPr lang="ko-KR" altLang="en-US" sz="1300" dirty="0" err="1" smtClean="0"/>
              <a:t>회차제목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내용이미지</a:t>
            </a:r>
            <a:endParaRPr lang="en-US" altLang="ko-KR" sz="13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7236296" y="764704"/>
            <a:ext cx="907230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300" dirty="0" smtClean="0"/>
              <a:t>다음화</a:t>
            </a:r>
            <a:r>
              <a:rPr lang="en-US" altLang="ko-KR" sz="1300" dirty="0" smtClean="0"/>
              <a:t>-&gt;</a:t>
            </a:r>
            <a:endParaRPr lang="ko-KR" altLang="en-US"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6322170" y="764704"/>
            <a:ext cx="907230" cy="29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300" dirty="0" smtClean="0"/>
              <a:t>&lt;-</a:t>
            </a:r>
            <a:r>
              <a:rPr lang="ko-KR" altLang="en-US" sz="1300" dirty="0" smtClean="0"/>
              <a:t>이전화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62550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39752" y="2636912"/>
            <a:ext cx="41764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/>
              <a:t>이번 주 진행상황</a:t>
            </a:r>
            <a:endParaRPr lang="en-US" altLang="ko-KR" sz="4000" dirty="0" smtClean="0"/>
          </a:p>
          <a:p>
            <a:pPr algn="ctr"/>
            <a:r>
              <a:rPr lang="ko-KR" altLang="en-US" sz="4000" dirty="0" smtClean="0"/>
              <a:t>현재 이슈</a:t>
            </a:r>
            <a:endParaRPr lang="en-US" altLang="ko-KR" sz="4000" dirty="0" smtClean="0"/>
          </a:p>
          <a:p>
            <a:pPr algn="ctr"/>
            <a:r>
              <a:rPr lang="ko-KR" altLang="en-US" sz="4000" dirty="0" smtClean="0"/>
              <a:t>다음 주 계획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339375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39752" y="2636912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/>
              <a:t>마지막 페이지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70443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915</Words>
  <Application>Microsoft Office PowerPoint</Application>
  <PresentationFormat>화면 슬라이드 쇼(4:3)</PresentationFormat>
  <Paragraphs>335</Paragraphs>
  <Slides>22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테마</vt:lpstr>
      <vt:lpstr>프로젝트 제목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제목</dc:title>
  <dc:creator>507-18</dc:creator>
  <cp:lastModifiedBy>507-18</cp:lastModifiedBy>
  <cp:revision>19</cp:revision>
  <dcterms:created xsi:type="dcterms:W3CDTF">2020-03-30T08:54:36Z</dcterms:created>
  <dcterms:modified xsi:type="dcterms:W3CDTF">2020-04-01T04:31:32Z</dcterms:modified>
</cp:coreProperties>
</file>